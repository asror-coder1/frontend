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27"/>
  </p:handoutMasterIdLst>
  <p:sldIdLst>
    <p:sldId id="256" r:id="rId3"/>
    <p:sldId id="257" r:id="rId4"/>
    <p:sldId id="276" r:id="rId5"/>
    <p:sldId id="291" r:id="rId6"/>
    <p:sldId id="333" r:id="rId7"/>
    <p:sldId id="334" r:id="rId8"/>
    <p:sldId id="335" r:id="rId10"/>
    <p:sldId id="336" r:id="rId11"/>
    <p:sldId id="337" r:id="rId12"/>
    <p:sldId id="338" r:id="rId13"/>
    <p:sldId id="339" r:id="rId14"/>
    <p:sldId id="346" r:id="rId15"/>
    <p:sldId id="347" r:id="rId16"/>
    <p:sldId id="342" r:id="rId17"/>
    <p:sldId id="340" r:id="rId18"/>
    <p:sldId id="341" r:id="rId19"/>
    <p:sldId id="343" r:id="rId20"/>
    <p:sldId id="344" r:id="rId21"/>
    <p:sldId id="292" r:id="rId22"/>
    <p:sldId id="302" r:id="rId23"/>
    <p:sldId id="293" r:id="rId24"/>
    <p:sldId id="263" r:id="rId25"/>
    <p:sldId id="265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jpe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85" y="2054482"/>
            <a:ext cx="9144000" cy="2187001"/>
          </a:xfrm>
        </p:spPr>
        <p:txBody>
          <a:bodyPr>
            <a:normAutofit/>
          </a:bodyPr>
          <a:lstStyle/>
          <a:p>
            <a:r>
              <a:rPr lang="en-US" b="1"/>
              <a:t>Formalar bilan ishlash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3039745"/>
            <a:ext cx="577088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&lt;input&gt; typelari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&lt;textarea&gt;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&lt;input&gt; va &lt;label&gt; ni ulash usullari</a:t>
            </a:r>
            <a:endParaRPr lang="en-US" altLang="ru-RU"/>
          </a:p>
          <a:p>
            <a:pPr>
              <a:buFont typeface="Wingdings" panose="05000000000000000000" charset="0"/>
            </a:pP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3" name="Замещающее содержимое 10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“email” /&gt;</a:t>
            </a:r>
            <a:endParaRPr lang="en-US" altLang="ru-RU" b="1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1412875"/>
            <a:ext cx="10203180" cy="2454910"/>
          </a:xfrm>
          <a:prstGeom prst="rect">
            <a:avLst/>
          </a:prstGeom>
        </p:spPr>
      </p:pic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5825" y="4076065"/>
            <a:ext cx="5323840" cy="155765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715" y="4076065"/>
            <a:ext cx="4599940" cy="2023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“number”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9350" y="3867785"/>
            <a:ext cx="5304155" cy="178371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75" y="3867785"/>
            <a:ext cx="4103370" cy="207645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43255" y="1422400"/>
            <a:ext cx="10472420" cy="2277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“tel”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3956050"/>
            <a:ext cx="5412105" cy="160147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956050"/>
            <a:ext cx="4715510" cy="208026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57860" y="1419225"/>
            <a:ext cx="10504805" cy="2181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“date” /&gt;</a:t>
            </a:r>
            <a:endParaRPr lang="en-US" altLang="ru-RU" b="1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20" y="3709670"/>
            <a:ext cx="4462145" cy="1829435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0095" y="3709670"/>
            <a:ext cx="5793105" cy="1924050"/>
          </a:xfrm>
          <a:prstGeom prst="rect">
            <a:avLst/>
          </a:prstGeom>
        </p:spPr>
      </p:pic>
      <p:pic>
        <p:nvPicPr>
          <p:cNvPr id="12" name="Замещающее содержимое 11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64515" y="1456055"/>
            <a:ext cx="10640060" cy="1972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“time”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1695" y="3867785"/>
            <a:ext cx="5389880" cy="215392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3867785"/>
            <a:ext cx="4060825" cy="1967865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61695" y="1439545"/>
            <a:ext cx="10203815" cy="2119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“password”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2005" y="3893820"/>
            <a:ext cx="5365750" cy="183197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355" y="3867785"/>
            <a:ext cx="4577715" cy="185801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02005" y="1455420"/>
            <a:ext cx="10210800" cy="1973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“search”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1840" y="1464310"/>
            <a:ext cx="10497820" cy="212153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190" y="3860165"/>
            <a:ext cx="4848225" cy="206502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51840" y="3860165"/>
            <a:ext cx="5330190" cy="2214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“file” /&gt;</a:t>
            </a:r>
            <a:endParaRPr lang="en-US" altLang="ru-RU" b="1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076065"/>
            <a:ext cx="4756150" cy="2176780"/>
          </a:xfrm>
          <a:prstGeom prst="rect">
            <a:avLst/>
          </a:prstGeom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" y="4076065"/>
            <a:ext cx="5541645" cy="175641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47700" y="1496695"/>
            <a:ext cx="10437495" cy="240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“radio” /&gt;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2765" y="1503045"/>
            <a:ext cx="8495665" cy="2949575"/>
          </a:xfrm>
          <a:prstGeom prst="rect">
            <a:avLst/>
          </a:prstGeom>
        </p:spPr>
      </p:pic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" y="4452620"/>
            <a:ext cx="4869180" cy="237680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10" y="4452620"/>
            <a:ext cx="4854575" cy="220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  type = “file” /&gt;</a:t>
            </a:r>
            <a:endParaRPr lang="en-US" altLang="ru-RU" b="1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076065"/>
            <a:ext cx="4756150" cy="2176780"/>
          </a:xfrm>
          <a:prstGeom prst="rect">
            <a:avLst/>
          </a:prstGeom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" y="4076065"/>
            <a:ext cx="5541645" cy="175641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47700" y="1496695"/>
            <a:ext cx="10437495" cy="240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&lt;textarea&gt;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r>
              <a:rPr lang="en-US" altLang="ru-RU"/>
              <a:t>Ko’proq text yozish uchun bizga &lt;input&gt; kichkinalik qilishi mumkin. Bunday hollarda </a:t>
            </a:r>
            <a:r>
              <a:rPr lang="en-US" altLang="ru-RU">
                <a:solidFill>
                  <a:srgbClr val="FF0000"/>
                </a:solidFill>
              </a:rPr>
              <a:t>&lt;textarea&gt; </a:t>
            </a:r>
            <a:r>
              <a:rPr lang="en-US" altLang="ru-RU"/>
              <a:t>tegidan foydalanamiz</a:t>
            </a:r>
            <a:endParaRPr lang="en-US" altLang="ru-RU"/>
          </a:p>
        </p:txBody>
      </p:sp>
      <p:pic>
        <p:nvPicPr>
          <p:cNvPr id="104" name="Замещающее содержимое 10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036445"/>
            <a:ext cx="5848350" cy="436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&lt;textarea&gt;</a:t>
            </a:r>
            <a:endParaRPr lang="en-US" altLang="ru-RU" b="1"/>
          </a:p>
        </p:txBody>
      </p:sp>
      <p:pic>
        <p:nvPicPr>
          <p:cNvPr id="9" name="Замещающее содержимое 8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6395" y="1440815"/>
            <a:ext cx="7324725" cy="3121660"/>
          </a:xfrm>
          <a:prstGeom prst="rect">
            <a:avLst/>
          </a:prstGeom>
        </p:spPr>
      </p:pic>
      <p:pic>
        <p:nvPicPr>
          <p:cNvPr id="10" name="Замещающее содержимое 9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10580" y="3458210"/>
            <a:ext cx="6280785" cy="3399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“for” va “id”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3292475"/>
            <a:ext cx="10938510" cy="2376805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1949450" y="2139950"/>
            <a:ext cx="66643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&lt;label&gt; ning “for” atributiga va &lt;input&gt;ning “id” atributiga bir xil qiymat berish orqali</a:t>
            </a:r>
            <a:endParaRPr lang="en-US" altLang="ru-RU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>
                <a:solidFill>
                  <a:srgbClr val="FF0000"/>
                </a:solidFill>
              </a:rPr>
              <a:t>&lt;label&gt; </a:t>
            </a:r>
            <a:r>
              <a:rPr lang="en-US" altLang="ru-RU" b="1"/>
              <a:t>&lt;input /&gt; </a:t>
            </a:r>
            <a:r>
              <a:rPr lang="en-US" altLang="ru-RU" b="1">
                <a:solidFill>
                  <a:srgbClr val="FF0000"/>
                </a:solidFill>
              </a:rPr>
              <a:t>&lt;/label&gt;</a:t>
            </a:r>
            <a:endParaRPr lang="en-US" altLang="ru-RU" b="1">
              <a:solidFill>
                <a:srgbClr val="FF0000"/>
              </a:solidFill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949450" y="2139950"/>
            <a:ext cx="6664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&lt;label&gt; ichiga &lt;input&gt;ni solib qo’yish orqali</a:t>
            </a:r>
            <a:endParaRPr lang="en-US" altLang="ru-RU" sz="28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44015" y="3212465"/>
            <a:ext cx="8903970" cy="2891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&lt;label&gt;ni yashirib ketish</a:t>
            </a:r>
            <a:endParaRPr lang="en-US" altLang="ru-RU" b="1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949450" y="2077085"/>
            <a:ext cx="66643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/>
              <a:t>&lt;input&gt;ning “aria-label” atributidan foydalanib, &lt;label&gt;ni yashirib ketish mumkin.</a:t>
            </a:r>
            <a:endParaRPr lang="en-US" altLang="ru-RU" sz="28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80210" y="3251835"/>
            <a:ext cx="7433945" cy="2878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placeholder</a:t>
            </a:r>
            <a:endParaRPr lang="en-US" altLang="ru-RU" b="1"/>
          </a:p>
        </p:txBody>
      </p:sp>
      <p:sp>
        <p:nvSpPr>
          <p:cNvPr id="4" name="Замещающее содержимое 3"/>
          <p:cNvSpPr/>
          <p:nvPr>
            <p:ph sz="half" idx="1"/>
          </p:nvPr>
        </p:nvSpPr>
        <p:spPr>
          <a:xfrm>
            <a:off x="647700" y="2806065"/>
            <a:ext cx="5556250" cy="3089910"/>
          </a:xfrm>
        </p:spPr>
        <p:txBody>
          <a:bodyPr>
            <a:normAutofit/>
          </a:bodyPr>
          <a:p>
            <a:r>
              <a:rPr lang="en-US"/>
              <a:t>&lt;label&gt;dan foydalanmaganimizda, &lt;input&gt;ga qanday ma’lumot kiritishimiz kerakligini bildirish uchun placeholderdan foydalanamiz</a:t>
            </a:r>
            <a:endParaRPr lang="en-US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1765" y="2306955"/>
            <a:ext cx="4328160" cy="3589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placeholder</a:t>
            </a:r>
            <a:endParaRPr lang="en-US" altLang="ru-RU" b="1"/>
          </a:p>
        </p:txBody>
      </p:sp>
      <p:pic>
        <p:nvPicPr>
          <p:cNvPr id="2" name="Замещающее содержимое 1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0" y="1498600"/>
            <a:ext cx="7301230" cy="2910205"/>
          </a:xfrm>
          <a:prstGeom prst="rect">
            <a:avLst/>
          </a:prstGeom>
        </p:spPr>
      </p:pic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74970" y="4409440"/>
            <a:ext cx="4954270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“required” atributi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4425950" cy="4351655"/>
          </a:xfrm>
        </p:spPr>
        <p:txBody>
          <a:bodyPr/>
          <a:p>
            <a:r>
              <a:rPr lang="en-US" altLang="ru-RU"/>
              <a:t>“required” atributi &lt;input&gt; ichiga ma’lumot kiritish qat’iyligini belgilaydi.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840" y="4067810"/>
            <a:ext cx="4570095" cy="218440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945" y="1673225"/>
            <a:ext cx="7552055" cy="3264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555" y="1431290"/>
            <a:ext cx="4657090" cy="49568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WPS Presentation</Application>
  <PresentationFormat>宽屏</PresentationFormat>
  <Paragraphs>57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Formalar bilan ishlash</vt:lpstr>
      <vt:lpstr>Reja:</vt:lpstr>
      <vt:lpstr>PowerPoint 演示文稿</vt:lpstr>
      <vt:lpstr>&lt;input  type = “email” /&gt;</vt:lpstr>
      <vt:lpstr>&lt;input  type = “number” /&gt;</vt:lpstr>
      <vt:lpstr>&lt;input  type = “tel” /&gt;</vt:lpstr>
      <vt:lpstr>&lt;input  type = “date” /&gt;</vt:lpstr>
      <vt:lpstr>&lt;input  type = “time” /&gt;</vt:lpstr>
      <vt:lpstr>&lt;input  type = “password” /&gt;</vt:lpstr>
      <vt:lpstr>&lt;input  type = “search” /&gt;</vt:lpstr>
      <vt:lpstr>&lt;input  type = “file” /&gt;</vt:lpstr>
      <vt:lpstr>&lt;input  type = “radio” /&gt;</vt:lpstr>
      <vt:lpstr>&lt;input  type = “file” /&gt;</vt:lpstr>
      <vt:lpstr>&lt;textarea&gt;</vt:lpstr>
      <vt:lpstr>&lt;textarea&gt;</vt:lpstr>
      <vt:lpstr>“for” va “id”</vt:lpstr>
      <vt:lpstr>&lt;label&gt; &lt;input /&gt; &lt;/label&gt;</vt:lpstr>
      <vt:lpstr>&lt;label&gt;ni yashirib ketish</vt:lpstr>
      <vt:lpstr>	placeholder</vt:lpstr>
      <vt:lpstr>	placeholder</vt:lpstr>
      <vt:lpstr>“required” atributi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17</cp:revision>
  <dcterms:created xsi:type="dcterms:W3CDTF">2023-08-17T08:58:00Z</dcterms:created>
  <dcterms:modified xsi:type="dcterms:W3CDTF">2023-09-25T14:13:13Z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74FC3145F26C4E74B6ADC68063AFB097_13</vt:lpwstr>
  </property>
</Properties>
</file>