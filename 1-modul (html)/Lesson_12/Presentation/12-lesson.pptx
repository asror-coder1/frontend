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76" r:id="rId5"/>
    <p:sldId id="291" r:id="rId6"/>
    <p:sldId id="292" r:id="rId7"/>
    <p:sldId id="293" r:id="rId8"/>
    <p:sldId id="279" r:id="rId9"/>
    <p:sldId id="294" r:id="rId10"/>
    <p:sldId id="290" r:id="rId11"/>
    <p:sldId id="289" r:id="rId12"/>
    <p:sldId id="295" r:id="rId13"/>
    <p:sldId id="282" r:id="rId14"/>
    <p:sldId id="263" r:id="rId15"/>
    <p:sldId id="265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85" y="2054482"/>
            <a:ext cx="9144000" cy="2187001"/>
          </a:xfrm>
        </p:spPr>
        <p:txBody>
          <a:bodyPr>
            <a:normAutofit/>
          </a:bodyPr>
          <a:lstStyle/>
          <a:p>
            <a:r>
              <a:rPr lang="en-US" b="1"/>
              <a:t>Musiqa joylashtirish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3039745"/>
            <a:ext cx="1051560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&lt;audio&gt;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autoplay va muted atributi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&lt;source&gt; tegi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&lt;audio&gt;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1241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&lt;audio&gt;</a:t>
            </a:r>
            <a:r>
              <a:rPr lang="en-US" altLang="ru-RU"/>
              <a:t> tegi brouzerlarda musiqa joylashtirish uchun ishlatiladi. </a:t>
            </a:r>
            <a:endParaRPr lang="en-US" altLang="ru-RU"/>
          </a:p>
        </p:txBody>
      </p:sp>
      <p:pic>
        <p:nvPicPr>
          <p:cNvPr id="100" name="Замещающее содержимое 9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98310" y="2240915"/>
            <a:ext cx="4364990" cy="3707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&lt;audio&gt; tegi</a:t>
            </a:r>
            <a:endParaRPr lang="en-US" altLang="ru-RU" b="1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9355" y="2341245"/>
            <a:ext cx="7447280" cy="1379220"/>
          </a:xfrm>
          <a:prstGeom prst="rect">
            <a:avLst/>
          </a:prstGeom>
        </p:spPr>
      </p:pic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63110" y="3933190"/>
            <a:ext cx="6612890" cy="1637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autoplay 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24091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autoplay </a:t>
            </a:r>
            <a:r>
              <a:rPr lang="en-US" altLang="ru-RU">
                <a:solidFill>
                  <a:srgbClr val="202020"/>
                </a:solidFill>
              </a:rPr>
              <a:t>atributi saytga kirganimizda avtomatik ravishda musiqa boshlanishini belgilaydi </a:t>
            </a:r>
            <a:endParaRPr lang="en-US" altLang="ru-RU">
              <a:solidFill>
                <a:srgbClr val="202020"/>
              </a:solidFill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51220" y="2847340"/>
            <a:ext cx="5879465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muted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muted </a:t>
            </a:r>
            <a:r>
              <a:rPr lang="en-US" altLang="ru-RU"/>
              <a:t>atributi musiqa ovozini o’chirib qo’yish uchun ishlatiladi.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1375" y="4115435"/>
            <a:ext cx="10362565" cy="141732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545" y="2616200"/>
            <a:ext cx="5707380" cy="1249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Content Placeholder 3"/>
          <p:cNvSpPr/>
          <p:nvPr>
            <p:ph sz="half" idx="1"/>
          </p:nvPr>
        </p:nvSpPr>
        <p:spPr>
          <a:xfrm>
            <a:off x="720725" y="2155190"/>
            <a:ext cx="4796790" cy="4351655"/>
          </a:xfrm>
        </p:spPr>
        <p:txBody>
          <a:bodyPr/>
          <a:p>
            <a:r>
              <a:rPr lang="en-US" altLang="ru-RU"/>
              <a:t>Agar biz bergan formatni foydalanuvchining brauzeri ko’tarolmasa, unga boshqa formatlarni ham taklif qilishimiz kerak.</a:t>
            </a:r>
            <a:endParaRPr lang="en-US" altLang="ru-RU"/>
          </a:p>
        </p:txBody>
      </p:sp>
      <p:pic>
        <p:nvPicPr>
          <p:cNvPr id="101" name="Замещающее содержимое 10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4670" y="2155190"/>
            <a:ext cx="6577330" cy="47028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37180"/>
            <a:ext cx="5181600" cy="19640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/>
              <a:t>Buning uchun bizga </a:t>
            </a: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yordamga keladi.</a:t>
            </a:r>
            <a:endParaRPr lang="en-US" altLang="ru-RU"/>
          </a:p>
        </p:txBody>
      </p:sp>
      <p:pic>
        <p:nvPicPr>
          <p:cNvPr id="102" name="Изображение 101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Замещающее содержимое 10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9875" y="1697990"/>
            <a:ext cx="4606290" cy="46062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45820" y="2127885"/>
            <a:ext cx="5181600" cy="4351338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/>
              <a:t>&lt;audio&gt; tegi ichida </a:t>
            </a: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joylashgan bo’ladi. Uning ichidagi src atributning ichiga musiqaning URL manzili kiritiladi.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Замещающее содержимое 10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2485" y="1825625"/>
            <a:ext cx="3834765" cy="3834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1241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463800"/>
            <a:ext cx="7506970" cy="1767205"/>
          </a:xfrm>
          <a:prstGeom prst="rect">
            <a:avLst/>
          </a:prstGeom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251960" y="4514850"/>
            <a:ext cx="6391910" cy="143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804545" y="1825625"/>
            <a:ext cx="5181600" cy="4351338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ichida asosan 3 xil turdagi audio faylni joylaymiz: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mp3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ogg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wav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Замещающее содержимое 10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3840" y="1584325"/>
            <a:ext cx="4465320" cy="4465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065" y="0"/>
            <a:ext cx="10515600" cy="1325563"/>
          </a:xfrm>
        </p:spPr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870" y="2831465"/>
            <a:ext cx="9623425" cy="2318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1477645"/>
          </a:xfrm>
        </p:spPr>
        <p:txBody>
          <a:bodyPr>
            <a:normAutofit/>
          </a:bodyPr>
          <a:p>
            <a:pPr marL="514350" indent="-514350">
              <a:buAutoNum type="arabicPeriod"/>
            </a:pPr>
            <a:r>
              <a:rPr lang="en-US" altLang="ru-RU"/>
              <a:t>Brauzerga 5 ta musiqa joylash</a:t>
            </a:r>
            <a:endParaRPr lang="en-US" altLang="ru-RU"/>
          </a:p>
          <a:p>
            <a:pPr marL="514350" indent="-514350"/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WPS Presentation</Application>
  <PresentationFormat>宽屏</PresentationFormat>
  <Paragraphs>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Calibri</vt:lpstr>
      <vt:lpstr>Office Theme</vt:lpstr>
      <vt:lpstr>Rasm formatlari va optimallashtirish</vt:lpstr>
      <vt:lpstr>Reja:</vt:lpstr>
      <vt:lpstr>	Rasm formatlari</vt:lpstr>
      <vt:lpstr>	&lt;audio&gt; tegi</vt:lpstr>
      <vt:lpstr>	&lt;audio&gt; tegi</vt:lpstr>
      <vt:lpstr>	&lt;audio&gt; tegi</vt:lpstr>
      <vt:lpstr>PowerPoint 演示文稿</vt:lpstr>
      <vt:lpstr>	&lt;source&gt; tegi</vt:lpstr>
      <vt:lpstr>	&lt;audio&gt; tegi</vt:lpstr>
      <vt:lpstr>	&lt;audio&gt; tegi</vt:lpstr>
      <vt:lpstr>	&lt;source&gt; tegi</vt:lpstr>
      <vt:lpstr>	Xo’sh, unda nima qilish kerak?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8</cp:revision>
  <dcterms:created xsi:type="dcterms:W3CDTF">2023-08-17T08:58:00Z</dcterms:created>
  <dcterms:modified xsi:type="dcterms:W3CDTF">2023-09-18T18:43:05Z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37C665A2A54D4296BBB6A1B7D703E901_13</vt:lpwstr>
  </property>
</Properties>
</file>