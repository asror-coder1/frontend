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58" r:id="rId5"/>
    <p:sldId id="259" r:id="rId6"/>
    <p:sldId id="262" r:id="rId7"/>
    <p:sldId id="260" r:id="rId8"/>
    <p:sldId id="273" r:id="rId9"/>
    <p:sldId id="261" r:id="rId10"/>
    <p:sldId id="275" r:id="rId11"/>
    <p:sldId id="274" r:id="rId12"/>
    <p:sldId id="289" r:id="rId13"/>
    <p:sldId id="265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jpe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&lt;img&gt;</a:t>
            </a:r>
            <a:r>
              <a:rPr lang="en-US"/>
              <a:t> tegi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1607820"/>
            <a:ext cx="10515600" cy="1325563"/>
          </a:xfrm>
        </p:spPr>
        <p:txBody>
          <a:bodyPr/>
          <a:p>
            <a:r>
              <a:rPr lang="en-US" altLang="ru-RU"/>
              <a:t>Reja: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2860675"/>
            <a:ext cx="10515600" cy="3215640"/>
          </a:xfrm>
        </p:spPr>
        <p:txBody>
          <a:bodyPr/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Nega index.html?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&lt;img&gt; tegi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Tasodifiy rasmlar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img tegi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819785" y="2109470"/>
            <a:ext cx="5181600" cy="4351338"/>
          </a:xfrm>
        </p:spPr>
        <p:txBody>
          <a:bodyPr/>
          <a:p>
            <a:r>
              <a:rPr lang="ru-RU" altLang="en-US">
                <a:solidFill>
                  <a:srgbClr val="FF0000"/>
                </a:solidFill>
              </a:rPr>
              <a:t>&lt;img src=“…”/&gt;</a:t>
            </a:r>
            <a:r>
              <a:rPr lang="ru-RU" altLang="en-US"/>
              <a:t> -Toq teg bo`lib , veb sahifangizga rasm joylamoqchi bo`lsangizgina ishlatishingiz mumkin.</a:t>
            </a:r>
            <a:endParaRPr lang="ru-RU" altLang="en-US"/>
          </a:p>
        </p:txBody>
      </p:sp>
      <p:pic>
        <p:nvPicPr>
          <p:cNvPr id="102" name="Content Placeholder 101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48755" y="1825625"/>
            <a:ext cx="4614545" cy="4351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100" name="Content Placeholder 99"/>
          <p:cNvPicPr/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4080" y="1451610"/>
            <a:ext cx="10403840" cy="54063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1825625"/>
            <a:ext cx="6509385" cy="4351655"/>
          </a:xfrm>
        </p:spPr>
        <p:txBody>
          <a:bodyPr/>
          <a:p>
            <a:pPr marL="457200" indent="-457200">
              <a:buFont typeface="Wingdings" panose="05000000000000000000" charset="0"/>
              <a:buChar char="v"/>
            </a:pP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>
                <a:solidFill>
                  <a:srgbClr val="FF0000"/>
                </a:solidFill>
              </a:rPr>
              <a:t>src</a:t>
            </a:r>
            <a:r>
              <a:rPr lang="en-US" altLang="ru-RU"/>
              <a:t> (atributi) -  rasmning manzilini olish uchun;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>
                <a:solidFill>
                  <a:srgbClr val="FF0000"/>
                </a:solidFill>
              </a:rPr>
              <a:t>alt</a:t>
            </a:r>
            <a:r>
              <a:rPr lang="en-US" altLang="ru-RU"/>
              <a:t> (atributi) -  rasm kelmay qolganda, u haqida foydalanuvchiga ma’lumot berish uchun;</a:t>
            </a:r>
            <a:endParaRPr lang="en-US" altLang="ru-RU"/>
          </a:p>
          <a:p>
            <a:pPr>
              <a:buFont typeface="Wingdings" panose="05000000000000000000" charset="0"/>
            </a:pPr>
            <a:r>
              <a:rPr lang="en-US" altLang="ru-RU"/>
              <a:t>qo’llaniladi.</a:t>
            </a:r>
            <a:endParaRPr lang="en-US" alt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799465" y="1845945"/>
            <a:ext cx="6478270" cy="4351655"/>
          </a:xfrm>
        </p:spPr>
        <p:txBody>
          <a:bodyPr/>
          <a:p>
            <a:r>
              <a:rPr lang="en-US" altLang="ru-RU"/>
              <a:t>Bundan tashqari &lt;img&gt; tegi uchun 2 ta muhim atribut bo’lishi shart: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>
                <a:solidFill>
                  <a:srgbClr val="FF0000"/>
                </a:solidFill>
              </a:rPr>
              <a:t>width </a:t>
            </a:r>
            <a:r>
              <a:rPr lang="en-US" altLang="ru-RU"/>
              <a:t>- rasmning kengligini(enini) belgilash uchun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>
                <a:solidFill>
                  <a:srgbClr val="FF0000"/>
                </a:solidFill>
              </a:rPr>
              <a:t>height </a:t>
            </a:r>
            <a:r>
              <a:rPr lang="en-US" altLang="ru-RU"/>
              <a:t>- rasmning balandligini(bo’yini) belgilash uchun</a:t>
            </a:r>
            <a:endParaRPr lang="en-US" altLang="ru-RU"/>
          </a:p>
          <a:p>
            <a:pPr>
              <a:buFont typeface="Wingdings" panose="05000000000000000000" charset="0"/>
            </a:pPr>
            <a:r>
              <a:rPr lang="en-US" altLang="ru-RU"/>
              <a:t>ishlatiladi.</a:t>
            </a:r>
            <a:endParaRPr lang="en-US" alt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Placeholder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810260" y="2830195"/>
            <a:ext cx="5181600" cy="2272030"/>
          </a:xfrm>
        </p:spPr>
        <p:txBody>
          <a:bodyPr/>
          <a:p>
            <a:r>
              <a:rPr lang="en-US" altLang="ru-RU"/>
              <a:t>Ba’zi hollarda bizga rasm o’rnini to’ldirib turish uchun fon kerak bo’lishi mumkin.</a:t>
            </a:r>
            <a:endParaRPr lang="en-US" altLang="ru-RU"/>
          </a:p>
        </p:txBody>
      </p:sp>
      <p:pic>
        <p:nvPicPr>
          <p:cNvPr id="101" name="Content Placeholder 100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5380" y="2221230"/>
            <a:ext cx="4947920" cy="3489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1825625"/>
            <a:ext cx="6205220" cy="4351655"/>
          </a:xfrm>
        </p:spPr>
        <p:txBody>
          <a:bodyPr/>
          <a:p>
            <a:r>
              <a:rPr lang="ru-RU" altLang="en-US">
                <a:solidFill>
                  <a:srgbClr val="FF0000"/>
                </a:solidFill>
              </a:rPr>
              <a:t>https://via.placeholder.com/150</a:t>
            </a:r>
            <a:r>
              <a:rPr lang="en-US" altLang="ru-RU">
                <a:solidFill>
                  <a:srgbClr val="FF0000"/>
                </a:solidFill>
              </a:rPr>
              <a:t>x200</a:t>
            </a:r>
            <a:endParaRPr lang="en-US" altLang="ru-RU">
              <a:solidFill>
                <a:srgbClr val="FF0000"/>
              </a:solidFill>
            </a:endParaRPr>
          </a:p>
        </p:txBody>
      </p:sp>
      <p:pic>
        <p:nvPicPr>
          <p:cNvPr id="3" name="Content Placeholder 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79875" y="3148330"/>
            <a:ext cx="2143125" cy="2865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Picsum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810260" y="2830195"/>
            <a:ext cx="5181600" cy="2272030"/>
          </a:xfrm>
        </p:spPr>
        <p:txBody>
          <a:bodyPr/>
          <a:p>
            <a:r>
              <a:rPr lang="en-US" altLang="ru-RU"/>
              <a:t>Ba’zi hollarda esa bizga tasodifiy rasm kerak bo’lishi mumkin.</a:t>
            </a:r>
            <a:endParaRPr lang="en-US" altLang="ru-RU"/>
          </a:p>
        </p:txBody>
      </p:sp>
      <p:pic>
        <p:nvPicPr>
          <p:cNvPr id="7" name="Content Placeholder 6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9825" y="2441575"/>
            <a:ext cx="4554220" cy="30486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1825625"/>
            <a:ext cx="5804535" cy="4351655"/>
          </a:xfrm>
        </p:spPr>
        <p:txBody>
          <a:bodyPr>
            <a:normAutofit/>
          </a:bodyPr>
          <a:p>
            <a:r>
              <a:rPr lang="ru-RU" altLang="en-US" sz="3200">
                <a:solidFill>
                  <a:srgbClr val="FF0000"/>
                </a:solidFill>
              </a:rPr>
              <a:t>https://picsum.photos/200/300</a:t>
            </a:r>
            <a:r>
              <a:rPr lang="ru-RU" altLang="en-US">
                <a:solidFill>
                  <a:srgbClr val="FF0000"/>
                </a:solidFill>
              </a:rPr>
              <a:t> </a:t>
            </a:r>
            <a:endParaRPr lang="ru-RU" altLang="en-US">
              <a:solidFill>
                <a:srgbClr val="FF0000"/>
              </a:solidFill>
            </a:endParaRPr>
          </a:p>
        </p:txBody>
      </p:sp>
      <p:pic>
        <p:nvPicPr>
          <p:cNvPr id="3" name="Content Placeholder 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40555" y="2892425"/>
            <a:ext cx="2201545" cy="3284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2690495"/>
            <a:ext cx="6578600" cy="2226945"/>
          </a:xfrm>
        </p:spPr>
        <p:txBody>
          <a:bodyPr>
            <a:normAutofit/>
          </a:bodyPr>
          <a:p>
            <a:pPr marL="514350" indent="-514350">
              <a:buAutoNum type="arabicPeriod"/>
            </a:pPr>
            <a:r>
              <a:rPr lang="en-US" altLang="ru-RU"/>
              <a:t>Osh markaz saytini rasmlar bilan boyitish(rasmlarni papkadan keltirib qo’yish)</a:t>
            </a:r>
            <a:endParaRPr lang="en-US" altLang="ru-RU"/>
          </a:p>
          <a:p>
            <a:pPr marL="514350" indent="-514350"/>
            <a:r>
              <a:rPr lang="en-US" altLang="ru-RU"/>
              <a:t>2. 	5ta paceholder va 5ta picsumdan rasm keltirib qo’yish</a:t>
            </a:r>
            <a:endParaRPr lang="en-US" altLang="ru-RU"/>
          </a:p>
          <a:p>
            <a:endParaRPr lang="en-US" alt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868</Words>
  <Application>WPS Presentation</Application>
  <PresentationFormat>宽屏</PresentationFormat>
  <Paragraphs>38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Wingdings</vt:lpstr>
      <vt:lpstr>Microsoft YaHei</vt:lpstr>
      <vt:lpstr>Arial Unicode MS</vt:lpstr>
      <vt:lpstr>Calibri</vt:lpstr>
      <vt:lpstr>Office Theme</vt:lpstr>
      <vt:lpstr>&lt;img&gt; tegi</vt:lpstr>
      <vt:lpstr>Reja:</vt:lpstr>
      <vt:lpstr>img tegi</vt:lpstr>
      <vt:lpstr>PowerPoint 演示文稿</vt:lpstr>
      <vt:lpstr>PowerPoint 演示文稿</vt:lpstr>
      <vt:lpstr>PowerPoint 演示文稿</vt:lpstr>
      <vt:lpstr>	Placeholder</vt:lpstr>
      <vt:lpstr>PowerPoint 演示文稿</vt:lpstr>
      <vt:lpstr>	Picsum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Swift 3</cp:lastModifiedBy>
  <cp:revision>6</cp:revision>
  <dcterms:created xsi:type="dcterms:W3CDTF">2023-08-17T08:58:00Z</dcterms:created>
  <dcterms:modified xsi:type="dcterms:W3CDTF">2023-09-18T05:13:43Z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1049-12.2.0.13215</vt:lpwstr>
  </property>
  <property fmtid="{D5CDD505-2E9C-101B-9397-08002B2CF9AE}" pid="3" name="ICV">
    <vt:lpwstr>26BAE5126D994C6F81EAF2F295717991</vt:lpwstr>
  </property>
</Properties>
</file>