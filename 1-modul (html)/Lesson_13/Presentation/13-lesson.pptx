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76" r:id="rId5"/>
    <p:sldId id="291" r:id="rId6"/>
    <p:sldId id="292" r:id="rId7"/>
    <p:sldId id="302" r:id="rId8"/>
    <p:sldId id="293" r:id="rId9"/>
    <p:sldId id="279" r:id="rId10"/>
    <p:sldId id="294" r:id="rId11"/>
    <p:sldId id="290" r:id="rId12"/>
    <p:sldId id="289" r:id="rId13"/>
    <p:sldId id="295" r:id="rId14"/>
    <p:sldId id="282" r:id="rId15"/>
    <p:sldId id="304" r:id="rId16"/>
    <p:sldId id="313" r:id="rId17"/>
    <p:sldId id="263" r:id="rId18"/>
    <p:sldId id="265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85" y="2054482"/>
            <a:ext cx="9144000" cy="2187001"/>
          </a:xfrm>
        </p:spPr>
        <p:txBody>
          <a:bodyPr>
            <a:normAutofit/>
          </a:bodyPr>
          <a:lstStyle/>
          <a:p>
            <a:r>
              <a:rPr lang="en-US" b="1"/>
              <a:t>Video joylashtirish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60782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ее содержимое 4"/>
          <p:cNvSpPr/>
          <p:nvPr/>
        </p:nvSpPr>
        <p:spPr>
          <a:xfrm>
            <a:off x="647700" y="3039745"/>
            <a:ext cx="10515600" cy="347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&lt;video&gt;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atributlari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&lt;source&gt; tegi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&lt;video&gt;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620010"/>
            <a:ext cx="5181600" cy="2746375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&lt;video&gt;</a:t>
            </a:r>
            <a:r>
              <a:rPr lang="en-US" altLang="ru-RU"/>
              <a:t> tegi brouzerlarda video joylashtirish uchun ishlatiladi. </a:t>
            </a:r>
            <a:endParaRPr lang="en-US" altLang="ru-RU"/>
          </a:p>
        </p:txBody>
      </p:sp>
      <p:pic>
        <p:nvPicPr>
          <p:cNvPr id="107" name="Замещающее содержимое 10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9010" y="2211070"/>
            <a:ext cx="3844290" cy="38442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&lt;video&gt; tegi</a:t>
            </a:r>
            <a:endParaRPr lang="en-US" altLang="ru-RU" b="1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855" y="2374265"/>
            <a:ext cx="6132195" cy="956310"/>
          </a:xfrm>
          <a:prstGeom prst="rect">
            <a:avLst/>
          </a:prstGeom>
        </p:spPr>
      </p:pic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32115" y="1742440"/>
            <a:ext cx="2526030" cy="4351655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1360170" y="4351020"/>
            <a:ext cx="56629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/>
              <a:t>Lekin bunda qo’ygan videomiz rasm ko’rinishida chiqib qoladi. Shuning uchun unga </a:t>
            </a:r>
            <a:r>
              <a:rPr lang="en-US" altLang="ru-RU" sz="2400">
                <a:solidFill>
                  <a:srgbClr val="FF0000"/>
                </a:solidFill>
              </a:rPr>
              <a:t>controls </a:t>
            </a:r>
            <a:r>
              <a:rPr lang="en-US" altLang="ru-RU" sz="2400"/>
              <a:t>atributini qo’shamiz</a:t>
            </a:r>
            <a:endParaRPr lang="en-US" altLang="ru-RU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controls</a:t>
            </a:r>
            <a:endParaRPr lang="en-US" altLang="ru-RU" b="1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7620" y="2769870"/>
            <a:ext cx="5901690" cy="659130"/>
          </a:xfrm>
          <a:prstGeom prst="rect">
            <a:avLst/>
          </a:prstGeom>
        </p:spPr>
      </p:pic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706995" y="1727835"/>
            <a:ext cx="277495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autoplay 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24091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autoplay </a:t>
            </a:r>
            <a:r>
              <a:rPr lang="en-US" altLang="ru-RU">
                <a:solidFill>
                  <a:srgbClr val="202020"/>
                </a:solidFill>
              </a:rPr>
              <a:t>atributi saytga kirganimizda avtomatik ravishda video boshlanishini belgilaydi </a:t>
            </a:r>
            <a:endParaRPr lang="en-US" altLang="ru-RU">
              <a:solidFill>
                <a:srgbClr val="202020"/>
              </a:solidFill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81125" y="4637405"/>
            <a:ext cx="9208770" cy="740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muted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5181600" cy="2312670"/>
          </a:xfrm>
        </p:spPr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muted </a:t>
            </a:r>
            <a:r>
              <a:rPr lang="en-US" altLang="ru-RU"/>
              <a:t>atributi musiqa ovozini o’chirib qo’yish uchun ishlatiladi.</a:t>
            </a:r>
            <a:endParaRPr lang="en-US"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10905" y="1790065"/>
            <a:ext cx="2652395" cy="458533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" y="4651375"/>
            <a:ext cx="7571740" cy="466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Content Placeholder 3"/>
          <p:cNvSpPr/>
          <p:nvPr>
            <p:ph sz="half" idx="1"/>
          </p:nvPr>
        </p:nvSpPr>
        <p:spPr/>
        <p:txBody>
          <a:bodyPr/>
          <a:p>
            <a:r>
              <a:rPr lang="en-US" altLang="ru-RU"/>
              <a:t>Agar biz bergan formatni foydalanuvchining brauzeri ko’tarolmasa, unga boshqa formatlarni ham taklif qilishimiz kerak.</a:t>
            </a:r>
            <a:endParaRPr lang="en-US" altLang="ru-RU"/>
          </a:p>
        </p:txBody>
      </p:sp>
      <p:pic>
        <p:nvPicPr>
          <p:cNvPr id="108" name="Замещающее содержимое 10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1921510"/>
            <a:ext cx="4982210" cy="4024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37180"/>
            <a:ext cx="5181600" cy="196405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/>
              <a:t>Buning uchun bizga </a:t>
            </a: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yordamga keladi.</a:t>
            </a:r>
            <a:endParaRPr lang="en-US" altLang="ru-RU"/>
          </a:p>
        </p:txBody>
      </p:sp>
      <p:pic>
        <p:nvPicPr>
          <p:cNvPr id="102" name="Изображение 101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Замещающее содержимое 10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9875" y="1697990"/>
            <a:ext cx="4606290" cy="46062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</a:pP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&lt;video&gt; tegi ichida </a:t>
            </a: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joylashgan bo’ladi. Uning ichidagi src atributning ichiga videoning URL manzili kiritiladi.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Замещающее содержимое 10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98690" y="2068830"/>
            <a:ext cx="3864610" cy="3864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</a:pPr>
            <a:r>
              <a:rPr lang="en-US" altLang="ru-RU"/>
              <a:t> </a:t>
            </a:r>
            <a:endParaRPr lang="en-US" altLang="ru-RU"/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5855" y="2315210"/>
            <a:ext cx="6139180" cy="111379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720" y="1825625"/>
            <a:ext cx="2659380" cy="466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&lt;source&gt;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rgbClr val="FF0000"/>
                </a:solidFill>
              </a:rPr>
              <a:t>&lt;source&gt;</a:t>
            </a:r>
            <a:r>
              <a:rPr lang="en-US" altLang="ru-RU"/>
              <a:t> tegi ichida asosan 3 xil turdagi video faylni joylaymiz: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mp3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ogg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WebM</a:t>
            </a:r>
            <a:endParaRPr lang="en-US" altLang="ru-RU"/>
          </a:p>
        </p:txBody>
      </p:sp>
      <p:pic>
        <p:nvPicPr>
          <p:cNvPr id="104" name="Изображение 10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Замещающее содержимое 10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90385" y="2169160"/>
            <a:ext cx="4074795" cy="40747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065" y="0"/>
            <a:ext cx="10515600" cy="1325563"/>
          </a:xfrm>
        </p:spPr>
        <p:txBody>
          <a:bodyPr/>
          <a:p>
            <a:r>
              <a:rPr lang="en-US" altLang="ru-RU" b="1"/>
              <a:t>	</a:t>
            </a:r>
            <a:endParaRPr lang="en-US" altLang="ru-RU" b="1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790" y="2621280"/>
            <a:ext cx="9456420" cy="2218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loop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5181600" cy="2312670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video tugagandan so’ng yana avtomatik tarzda qayta boshlanishi uchun </a:t>
            </a:r>
            <a:r>
              <a:rPr lang="en-US" altLang="ru-RU">
                <a:solidFill>
                  <a:srgbClr val="FF0000"/>
                </a:solidFill>
              </a:rPr>
              <a:t>loop </a:t>
            </a:r>
            <a:r>
              <a:rPr lang="en-US" altLang="ru-RU">
                <a:solidFill>
                  <a:schemeClr val="tx1"/>
                </a:solidFill>
              </a:rPr>
              <a:t>atributidan foydalanamiz.</a:t>
            </a:r>
            <a:endParaRPr lang="en-US" altLang="ru-RU">
              <a:solidFill>
                <a:schemeClr val="tx1"/>
              </a:solidFill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10905" y="1790065"/>
            <a:ext cx="2652395" cy="4585335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40" y="4767580"/>
            <a:ext cx="6370955" cy="1129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	width, height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1083945" y="2272665"/>
            <a:ext cx="5181600" cy="2312670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ru-RU">
                <a:solidFill>
                  <a:schemeClr val="tx1"/>
                </a:solidFill>
              </a:rPr>
              <a:t>Video o’chamlarini tanlashimiz uchun width va height atributlaridan foydalanishimiz mumkin.</a:t>
            </a:r>
            <a:endParaRPr lang="en-US" altLang="ru-RU">
              <a:solidFill>
                <a:schemeClr val="tx1"/>
              </a:solidFill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4760" y="2362835"/>
            <a:ext cx="4526280" cy="240474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50" y="4874895"/>
            <a:ext cx="7609840" cy="127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690495"/>
            <a:ext cx="6578600" cy="1477645"/>
          </a:xfrm>
        </p:spPr>
        <p:txBody>
          <a:bodyPr>
            <a:normAutofit/>
          </a:bodyPr>
          <a:p>
            <a:r>
              <a:rPr lang="en-US" altLang="ru-RU"/>
              <a:t>Matnni tagiga video qo’yilgan sahifa yasash</a:t>
            </a:r>
            <a:endParaRPr lang="en-US" altLang="ru-RU"/>
          </a:p>
          <a:p>
            <a:pPr marL="514350" indent="-514350"/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WPS Presentation</Application>
  <PresentationFormat>宽屏</PresentationFormat>
  <Paragraphs>61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Video joylashtirish</vt:lpstr>
      <vt:lpstr>Reja:</vt:lpstr>
      <vt:lpstr>	&lt;video&gt; tegi</vt:lpstr>
      <vt:lpstr>	&lt;video&gt; tegi</vt:lpstr>
      <vt:lpstr>	controls</vt:lpstr>
      <vt:lpstr>	autoplay </vt:lpstr>
      <vt:lpstr>	muted</vt:lpstr>
      <vt:lpstr>PowerPoint 演示文稿</vt:lpstr>
      <vt:lpstr>	&lt;source&gt; tegi</vt:lpstr>
      <vt:lpstr>	&lt;source&gt; tegi</vt:lpstr>
      <vt:lpstr>	</vt:lpstr>
      <vt:lpstr>	&lt;source&gt; tegi</vt:lpstr>
      <vt:lpstr>	</vt:lpstr>
      <vt:lpstr>	loop</vt:lpstr>
      <vt:lpstr>	loop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10</cp:revision>
  <dcterms:created xsi:type="dcterms:W3CDTF">2023-08-17T08:58:00Z</dcterms:created>
  <dcterms:modified xsi:type="dcterms:W3CDTF">2023-09-19T05:58:53Z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1049-12.2.0.13215</vt:lpwstr>
  </property>
  <property fmtid="{D5CDD505-2E9C-101B-9397-08002B2CF9AE}" pid="3" name="ICV">
    <vt:lpwstr>155EB97F2B3C4B4D98926F85AE1FC950_13</vt:lpwstr>
  </property>
</Properties>
</file>