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22"/>
  </p:handoutMasterIdLst>
  <p:sldIdLst>
    <p:sldId id="256" r:id="rId3"/>
    <p:sldId id="257" r:id="rId4"/>
    <p:sldId id="276" r:id="rId5"/>
    <p:sldId id="291" r:id="rId6"/>
    <p:sldId id="292" r:id="rId7"/>
    <p:sldId id="302" r:id="rId9"/>
    <p:sldId id="293" r:id="rId10"/>
    <p:sldId id="279" r:id="rId11"/>
    <p:sldId id="294" r:id="rId12"/>
    <p:sldId id="290" r:id="rId13"/>
    <p:sldId id="289" r:id="rId14"/>
    <p:sldId id="295" r:id="rId15"/>
    <p:sldId id="282" r:id="rId16"/>
    <p:sldId id="304" r:id="rId17"/>
    <p:sldId id="313" r:id="rId18"/>
    <p:sldId id="316" r:id="rId19"/>
    <p:sldId id="263" r:id="rId20"/>
    <p:sldId id="265" r:id="rId21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2020"/>
    <a:srgbClr val="B2B2B2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handoutMaster" Target="handoutMasters/handoutMaster1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/>
          <p:nvPr>
            <p:ph type="sldImg" idx="2"/>
          </p:nvPr>
        </p:nvSpPr>
        <p:spPr/>
      </p:sp>
      <p:sp>
        <p:nvSpPr>
          <p:cNvPr id="3" name="Замещающий текст 2"/>
          <p:cNvSpPr/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7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8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9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0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1.pn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2.pn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3.jpeg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4.png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5.png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6.png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7.png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5085" y="2054482"/>
            <a:ext cx="9144000" cy="2187001"/>
          </a:xfrm>
        </p:spPr>
        <p:txBody>
          <a:bodyPr>
            <a:normAutofit/>
          </a:bodyPr>
          <a:lstStyle/>
          <a:p>
            <a:r>
              <a:rPr lang="en-US" b="1"/>
              <a:t>&lt;iframe&gt;</a:t>
            </a:r>
            <a:endParaRPr lang="en-US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7700" y="1607820"/>
            <a:ext cx="10515600" cy="1325563"/>
          </a:xfrm>
        </p:spPr>
        <p:txBody>
          <a:bodyPr/>
          <a:p>
            <a:r>
              <a:rPr lang="en-US" altLang="ru-RU"/>
              <a:t>Reja:</a:t>
            </a:r>
            <a:endParaRPr lang="en-US" altLang="ru-RU"/>
          </a:p>
        </p:txBody>
      </p:sp>
      <p:sp>
        <p:nvSpPr>
          <p:cNvPr id="3" name="Замещающее содержимое 2"/>
          <p:cNvSpPr/>
          <p:nvPr>
            <p:ph idx="1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4" name="Замещающее содержимое 4"/>
          <p:cNvSpPr/>
          <p:nvPr/>
        </p:nvSpPr>
        <p:spPr>
          <a:xfrm>
            <a:off x="647700" y="3039745"/>
            <a:ext cx="5770880" cy="34791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800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Wingdings" panose="05000000000000000000" charset="0"/>
              <a:buChar char="Ø"/>
            </a:pPr>
            <a:r>
              <a:rPr lang="en-US" altLang="ru-RU"/>
              <a:t>HTML iframe nima?</a:t>
            </a:r>
            <a:endParaRPr lang="en-US" altLang="ru-RU"/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ru-RU"/>
              <a:t>You tubedan video olib kelish</a:t>
            </a:r>
            <a:endParaRPr lang="en-US" altLang="ru-RU"/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ru-RU"/>
              <a:t>Google mapsdan joylashuv opkelish</a:t>
            </a:r>
            <a:endParaRPr lang="en-US" altLang="ru-RU"/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ru-RU"/>
              <a:t>Sahifa ichida sahifa</a:t>
            </a:r>
            <a:endParaRPr lang="en-US" alt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b="1"/>
              <a:t>	HTML iframe nima?</a:t>
            </a:r>
            <a:endParaRPr lang="en-US" altLang="ru-RU" b="1"/>
          </a:p>
        </p:txBody>
      </p:sp>
      <p:sp>
        <p:nvSpPr>
          <p:cNvPr id="5" name="Замещающее содержимое 4"/>
          <p:cNvSpPr/>
          <p:nvPr>
            <p:ph sz="half" idx="1"/>
          </p:nvPr>
        </p:nvSpPr>
        <p:spPr>
          <a:xfrm>
            <a:off x="647700" y="2620010"/>
            <a:ext cx="5181600" cy="2746375"/>
          </a:xfrm>
        </p:spPr>
        <p:txBody>
          <a:bodyPr>
            <a:normAutofit/>
          </a:bodyPr>
          <a:p>
            <a:pPr>
              <a:buFont typeface="Wingdings" panose="05000000000000000000" charset="0"/>
            </a:pPr>
            <a:r>
              <a:rPr lang="en-US" altLang="ru-RU">
                <a:solidFill>
                  <a:schemeClr val="tx1"/>
                </a:solidFill>
              </a:rPr>
              <a:t>HTML iframe web-sahifa ichida web-sahifani yoki uning biror qismini ko’rsatish uchun ishlatiladi.</a:t>
            </a:r>
            <a:r>
              <a:rPr lang="en-US" altLang="ru-RU"/>
              <a:t> </a:t>
            </a:r>
            <a:endParaRPr lang="en-US" altLang="ru-RU"/>
          </a:p>
        </p:txBody>
      </p:sp>
      <p:pic>
        <p:nvPicPr>
          <p:cNvPr id="7" name="Замещающее содержимое 6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994400" y="2306955"/>
            <a:ext cx="5387975" cy="32632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b="1"/>
              <a:t>	You tubedan video olib kelish</a:t>
            </a:r>
            <a:endParaRPr lang="en-US" altLang="ru-RU" b="1"/>
          </a:p>
        </p:txBody>
      </p:sp>
      <p:sp>
        <p:nvSpPr>
          <p:cNvPr id="3" name="Замещающее содержимое 2"/>
          <p:cNvSpPr/>
          <p:nvPr>
            <p:ph sz="half" idx="1"/>
          </p:nvPr>
        </p:nvSpPr>
        <p:spPr>
          <a:xfrm>
            <a:off x="647700" y="2430780"/>
            <a:ext cx="5181600" cy="4351338"/>
          </a:xfrm>
        </p:spPr>
        <p:txBody>
          <a:bodyPr/>
          <a:p>
            <a:r>
              <a:rPr lang="en-US" altLang="ru-RU"/>
              <a:t>iframe orqali you tubedan video olib, o’z sahifamizga joylasak ham bo’ladi.</a:t>
            </a:r>
            <a:endParaRPr lang="en-US" altLang="ru-RU"/>
          </a:p>
        </p:txBody>
      </p:sp>
      <p:pic>
        <p:nvPicPr>
          <p:cNvPr id="111" name="Замещающее содержимое 110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11595" y="2331085"/>
            <a:ext cx="4687570" cy="330390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b="1"/>
              <a:t>	</a:t>
            </a:r>
            <a:endParaRPr lang="en-US" altLang="ru-RU" b="1"/>
          </a:p>
        </p:txBody>
      </p:sp>
      <p:sp>
        <p:nvSpPr>
          <p:cNvPr id="4" name="Замещающее содержимое 3"/>
          <p:cNvSpPr/>
          <p:nvPr>
            <p:ph sz="half" idx="2"/>
          </p:nvPr>
        </p:nvSpPr>
        <p:spPr>
          <a:xfrm>
            <a:off x="7347585" y="1825625"/>
            <a:ext cx="3815715" cy="4351655"/>
          </a:xfrm>
        </p:spPr>
        <p:txBody>
          <a:bodyPr/>
          <a:p>
            <a:r>
              <a:rPr altLang="ru-RU"/>
              <a:t>Sichqonchaning o’ng tugmasini bosish orqali videoning HTML kodini nusxalaymiz va vs-codega joylashtiramiz.</a:t>
            </a:r>
            <a:endParaRPr altLang="ru-RU"/>
          </a:p>
          <a:p>
            <a:r>
              <a:rPr altLang="ru-RU"/>
              <a:t> (Ctrl+C, Ctrl+V)</a:t>
            </a:r>
            <a:endParaRPr altLang="ru-RU"/>
          </a:p>
        </p:txBody>
      </p:sp>
      <p:pic>
        <p:nvPicPr>
          <p:cNvPr id="5" name="Замещающее содержимое 4"/>
          <p:cNvPicPr>
            <a:picLocks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7700" y="1825625"/>
            <a:ext cx="6497320" cy="43014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 altLang="ru-RU" b="1"/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200785" y="2430780"/>
            <a:ext cx="9746615" cy="30460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b="1"/>
              <a:t>	muted</a:t>
            </a:r>
            <a:endParaRPr lang="en-US" altLang="ru-RU" b="1"/>
          </a:p>
        </p:txBody>
      </p:sp>
      <p:sp>
        <p:nvSpPr>
          <p:cNvPr id="4" name="Замещающее содержимое 3"/>
          <p:cNvSpPr/>
          <p:nvPr>
            <p:ph sz="half" idx="2"/>
          </p:nvPr>
        </p:nvSpPr>
        <p:spPr/>
        <p:txBody>
          <a:bodyPr/>
          <a:p>
            <a:endParaRPr lang="ru-RU" altLang="en-US"/>
          </a:p>
        </p:txBody>
      </p:sp>
      <p:pic>
        <p:nvPicPr>
          <p:cNvPr id="6" name="Замещающее содержимое 5"/>
          <p:cNvPicPr>
            <a:picLocks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275205" y="2069465"/>
            <a:ext cx="6150610" cy="38646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b="1"/>
              <a:t>Lokatsiya joylashtirish</a:t>
            </a:r>
            <a:endParaRPr lang="en-US" altLang="ru-RU" b="1"/>
          </a:p>
        </p:txBody>
      </p:sp>
      <p:sp>
        <p:nvSpPr>
          <p:cNvPr id="4" name="Content Placeholder 3"/>
          <p:cNvSpPr/>
          <p:nvPr>
            <p:ph sz="half" idx="1"/>
          </p:nvPr>
        </p:nvSpPr>
        <p:spPr/>
        <p:txBody>
          <a:bodyPr/>
          <a:p>
            <a:r>
              <a:rPr lang="en-US" altLang="ru-RU"/>
              <a:t>iframe orqali web-sahifamizga joylashuv(lokatsiya) joylashimiz mumkin.</a:t>
            </a:r>
            <a:endParaRPr lang="en-US" altLang="ru-RU"/>
          </a:p>
          <a:p>
            <a:r>
              <a:rPr lang="en-US" altLang="ru-RU"/>
              <a:t>Buning uchun google maps ga kiramiz.</a:t>
            </a:r>
            <a:endParaRPr lang="en-US" altLang="ru-RU"/>
          </a:p>
        </p:txBody>
      </p:sp>
      <p:pic>
        <p:nvPicPr>
          <p:cNvPr id="5" name="Замещающее содержимое 4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304155" y="2546985"/>
            <a:ext cx="5859145" cy="26066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b="1"/>
              <a:t>	&lt;source&gt; tegi</a:t>
            </a:r>
            <a:endParaRPr lang="en-US" altLang="ru-RU" b="1"/>
          </a:p>
        </p:txBody>
      </p:sp>
      <p:pic>
        <p:nvPicPr>
          <p:cNvPr id="102" name="Изображение 101"/>
          <p:cNvPicPr/>
          <p:nvPr/>
        </p:nvPicPr>
        <p:blipFill>
          <a:blip/>
          <a:stretch>
            <a:fillRect/>
          </a:stretch>
        </p:blipFill>
        <p:spPr>
          <a:xfrm>
            <a:off x="5905500" y="3238500"/>
            <a:ext cx="381000" cy="381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" name="Замещающее содержимое 5"/>
          <p:cNvPicPr>
            <a:picLocks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44805" y="2114550"/>
            <a:ext cx="5484495" cy="3575685"/>
          </a:xfrm>
          <a:prstGeom prst="rect">
            <a:avLst/>
          </a:prstGeom>
        </p:spPr>
      </p:pic>
      <p:sp>
        <p:nvSpPr>
          <p:cNvPr id="7" name="Замещающее содержимое 6"/>
          <p:cNvSpPr/>
          <p:nvPr>
            <p:ph sz="half" idx="2"/>
          </p:nvPr>
        </p:nvSpPr>
        <p:spPr>
          <a:xfrm>
            <a:off x="6096000" y="2983230"/>
            <a:ext cx="5181600" cy="2557780"/>
          </a:xfrm>
        </p:spPr>
        <p:txBody>
          <a:bodyPr/>
          <a:p>
            <a:r>
              <a:rPr altLang="ru-RU"/>
              <a:t>Qaysi joyning lokatsiyasi kerak bo’lsa, shuni yozamiz.</a:t>
            </a:r>
            <a:endParaRPr alt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b="1"/>
              <a:t>	</a:t>
            </a:r>
            <a:endParaRPr lang="en-US" altLang="ru-RU" b="1"/>
          </a:p>
        </p:txBody>
      </p:sp>
      <p:sp>
        <p:nvSpPr>
          <p:cNvPr id="5" name="Замещающее содержимое 4"/>
          <p:cNvSpPr/>
          <p:nvPr>
            <p:ph sz="half" idx="1"/>
          </p:nvPr>
        </p:nvSpPr>
        <p:spPr>
          <a:xfrm>
            <a:off x="647700" y="1825625"/>
            <a:ext cx="4723765" cy="4351655"/>
          </a:xfrm>
        </p:spPr>
        <p:txBody>
          <a:bodyPr>
            <a:normAutofit lnSpcReduction="20000"/>
          </a:bodyPr>
          <a:p>
            <a:pPr>
              <a:buFont typeface="Wingdings" panose="05000000000000000000" charset="0"/>
            </a:pPr>
            <a:endParaRPr lang="en-US" altLang="ru-RU"/>
          </a:p>
          <a:p>
            <a:pPr>
              <a:buFont typeface="Wingdings" panose="05000000000000000000" charset="0"/>
            </a:pPr>
            <a:r>
              <a:rPr lang="en-US" altLang="ru-RU"/>
              <a:t>Поделиться bo’limidan HTML kodni copy qilib olamiz va vs code ga joylashtirmiz. </a:t>
            </a:r>
            <a:endParaRPr lang="en-US" altLang="ru-RU"/>
          </a:p>
        </p:txBody>
      </p:sp>
      <p:pic>
        <p:nvPicPr>
          <p:cNvPr id="104" name="Изображение 103"/>
          <p:cNvPicPr/>
          <p:nvPr/>
        </p:nvPicPr>
        <p:blipFill>
          <a:blip/>
          <a:stretch>
            <a:fillRect/>
          </a:stretch>
        </p:blipFill>
        <p:spPr>
          <a:xfrm>
            <a:off x="5905500" y="3238500"/>
            <a:ext cx="381000" cy="381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Замещающее содержимое 3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591175" y="2150110"/>
            <a:ext cx="5572125" cy="3556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b="1"/>
              <a:t>	</a:t>
            </a:r>
            <a:endParaRPr lang="en-US" altLang="ru-RU" b="1"/>
          </a:p>
        </p:txBody>
      </p:sp>
      <p:sp>
        <p:nvSpPr>
          <p:cNvPr id="5" name="Замещающее содержимое 4"/>
          <p:cNvSpPr/>
          <p:nvPr>
            <p:ph sz="half" idx="1"/>
          </p:nvPr>
        </p:nvSpPr>
        <p:spPr>
          <a:xfrm>
            <a:off x="720725" y="2451735"/>
            <a:ext cx="4899660" cy="2192655"/>
          </a:xfrm>
        </p:spPr>
        <p:txBody>
          <a:bodyPr>
            <a:normAutofit/>
          </a:bodyPr>
          <a:p>
            <a:pPr>
              <a:buFont typeface="Wingdings" panose="05000000000000000000" charset="0"/>
            </a:pPr>
            <a:r>
              <a:rPr lang="en-US" altLang="ru-RU"/>
              <a:t> </a:t>
            </a:r>
            <a:r>
              <a:rPr lang="en-US" altLang="ru-RU">
                <a:sym typeface="+mn-ea"/>
              </a:rPr>
              <a:t>Natijada, bizning sahifamizda shu joylashuv aks etadi.</a:t>
            </a:r>
            <a:endParaRPr lang="en-US" altLang="ru-RU"/>
          </a:p>
          <a:p>
            <a:pPr>
              <a:buFont typeface="Wingdings" panose="05000000000000000000" charset="0"/>
            </a:pPr>
            <a:endParaRPr lang="en-US" altLang="ru-RU"/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689600" y="2061210"/>
            <a:ext cx="5473700" cy="40982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b="1"/>
              <a:t>	web-sahifa ichida web-sahifa</a:t>
            </a:r>
            <a:endParaRPr lang="en-US" altLang="ru-RU" b="1"/>
          </a:p>
        </p:txBody>
      </p:sp>
      <p:sp>
        <p:nvSpPr>
          <p:cNvPr id="5" name="Замещающее содержимое 4"/>
          <p:cNvSpPr/>
          <p:nvPr>
            <p:ph sz="half" idx="1"/>
          </p:nvPr>
        </p:nvSpPr>
        <p:spPr>
          <a:xfrm>
            <a:off x="647700" y="2858135"/>
            <a:ext cx="4473575" cy="2005965"/>
          </a:xfrm>
        </p:spPr>
        <p:txBody>
          <a:bodyPr>
            <a:normAutofit lnSpcReduction="20000"/>
          </a:bodyPr>
          <a:p>
            <a:pPr>
              <a:buFont typeface="Wingdings" panose="05000000000000000000" charset="0"/>
            </a:pPr>
            <a:r>
              <a:rPr lang="en-US" altLang="ru-RU"/>
              <a:t>iframe orqali web-sahifa ichida web-sahifa joylashtirish ham mumkin.</a:t>
            </a:r>
            <a:endParaRPr lang="en-US" altLang="ru-RU"/>
          </a:p>
        </p:txBody>
      </p:sp>
      <p:pic>
        <p:nvPicPr>
          <p:cNvPr id="104" name="Изображение 103"/>
          <p:cNvPicPr/>
          <p:nvPr/>
        </p:nvPicPr>
        <p:blipFill>
          <a:blip/>
          <a:stretch>
            <a:fillRect/>
          </a:stretch>
        </p:blipFill>
        <p:spPr>
          <a:xfrm>
            <a:off x="5905500" y="3238500"/>
            <a:ext cx="381000" cy="381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2" name="Замещающее содержимое 111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268595" y="2225675"/>
            <a:ext cx="5894705" cy="331597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b="1"/>
              <a:t>	</a:t>
            </a:r>
            <a:endParaRPr lang="en-US" altLang="ru-RU" b="1"/>
          </a:p>
        </p:txBody>
      </p:sp>
      <p:sp>
        <p:nvSpPr>
          <p:cNvPr id="3" name="Замещающее содержимое 2"/>
          <p:cNvSpPr/>
          <p:nvPr>
            <p:ph sz="half" idx="1"/>
          </p:nvPr>
        </p:nvSpPr>
        <p:spPr>
          <a:xfrm>
            <a:off x="647700" y="1825625"/>
            <a:ext cx="10515600" cy="2443480"/>
          </a:xfrm>
        </p:spPr>
        <p:txBody>
          <a:bodyPr/>
          <a:p>
            <a:r>
              <a:rPr lang="en-US" altLang="ru-RU"/>
              <a:t>Buning uchun bizga yana bitta HTML fayl kerak bo’ladi.</a:t>
            </a:r>
            <a:endParaRPr lang="en-US" altLang="ru-RU"/>
          </a:p>
          <a:p>
            <a:r>
              <a:rPr lang="en-US" altLang="ru-RU"/>
              <a:t>Unda bitta &lt;iframe&gt; teg ochib, src atributiga </a:t>
            </a:r>
            <a:r>
              <a:rPr lang="en-US" altLang="ru-RU">
                <a:solidFill>
                  <a:srgbClr val="FF0000"/>
                </a:solidFill>
              </a:rPr>
              <a:t>index.html</a:t>
            </a:r>
            <a:r>
              <a:rPr lang="en-US" altLang="ru-RU"/>
              <a:t> faylimizni chaqiramiz.</a:t>
            </a:r>
            <a:endParaRPr lang="en-US" altLang="ru-RU"/>
          </a:p>
        </p:txBody>
      </p:sp>
      <p:pic>
        <p:nvPicPr>
          <p:cNvPr id="5" name="Замещающее содержимое 4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929130" y="4406265"/>
            <a:ext cx="8333740" cy="11817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5" name="Замещающее содержимое 4"/>
          <p:cNvSpPr/>
          <p:nvPr>
            <p:ph sz="half" idx="1"/>
          </p:nvPr>
        </p:nvSpPr>
        <p:spPr>
          <a:xfrm>
            <a:off x="1083945" y="2272665"/>
            <a:ext cx="10079355" cy="2312670"/>
          </a:xfrm>
        </p:spPr>
        <p:txBody>
          <a:bodyPr>
            <a:normAutofit lnSpcReduction="20000"/>
          </a:bodyPr>
          <a:p>
            <a:pPr>
              <a:buFont typeface="Wingdings" panose="05000000000000000000" charset="0"/>
            </a:pPr>
            <a:r>
              <a:rPr lang="en-US" altLang="ru-RU">
                <a:solidFill>
                  <a:schemeClr val="tx1"/>
                </a:solidFill>
              </a:rPr>
              <a:t>index.html faylimizda yangi HTML faylimizga o’tish uchun link yaratamiz.</a:t>
            </a:r>
            <a:endParaRPr lang="en-US" altLang="ru-RU">
              <a:solidFill>
                <a:schemeClr val="tx1"/>
              </a:solidFill>
            </a:endParaRPr>
          </a:p>
        </p:txBody>
      </p:sp>
      <p:pic>
        <p:nvPicPr>
          <p:cNvPr id="6" name="Замещающее содержимое 5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601470" y="4773295"/>
            <a:ext cx="8607425" cy="968375"/>
          </a:xfrm>
          <a:prstGeom prst="rect">
            <a:avLst/>
          </a:prstGeom>
        </p:spPr>
      </p:pic>
      <p:sp>
        <p:nvSpPr>
          <p:cNvPr id="8" name="Заголовок 7"/>
          <p:cNvSpPr/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5" name="Замещающее содержимое 4"/>
          <p:cNvSpPr/>
          <p:nvPr>
            <p:ph sz="half" idx="1"/>
          </p:nvPr>
        </p:nvSpPr>
        <p:spPr>
          <a:xfrm>
            <a:off x="1083945" y="2272665"/>
            <a:ext cx="4420870" cy="2312670"/>
          </a:xfrm>
        </p:spPr>
        <p:txBody>
          <a:bodyPr>
            <a:normAutofit/>
          </a:bodyPr>
          <a:p>
            <a:pPr>
              <a:buFont typeface="Wingdings" panose="05000000000000000000" charset="0"/>
            </a:pPr>
            <a:r>
              <a:rPr lang="en-US" altLang="ru-RU">
                <a:solidFill>
                  <a:schemeClr val="tx1"/>
                </a:solidFill>
              </a:rPr>
              <a:t>something.html faylimizda index.html faylimizni ko’rishimiz mumkin. </a:t>
            </a:r>
            <a:endParaRPr lang="en-US" altLang="ru-RU">
              <a:solidFill>
                <a:schemeClr val="tx1"/>
              </a:solidFill>
            </a:endParaRPr>
          </a:p>
          <a:p>
            <a:pPr>
              <a:buFont typeface="Wingdings" panose="05000000000000000000" charset="0"/>
            </a:pPr>
            <a:endParaRPr lang="en-US" altLang="ru-RU">
              <a:solidFill>
                <a:schemeClr val="tx1"/>
              </a:solidFill>
            </a:endParaRPr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605780" y="2338705"/>
            <a:ext cx="5557520" cy="3190875"/>
          </a:xfrm>
          <a:prstGeom prst="rect">
            <a:avLst/>
          </a:prstGeom>
        </p:spPr>
      </p:pic>
      <p:sp>
        <p:nvSpPr>
          <p:cNvPr id="7" name="Заголовок 6"/>
          <p:cNvSpPr/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b="1"/>
              <a:t>	width, height</a:t>
            </a:r>
            <a:endParaRPr lang="en-US" altLang="ru-RU" b="1"/>
          </a:p>
        </p:txBody>
      </p:sp>
      <p:sp>
        <p:nvSpPr>
          <p:cNvPr id="5" name="Замещающее содержимое 4"/>
          <p:cNvSpPr/>
          <p:nvPr>
            <p:ph sz="half" idx="1"/>
          </p:nvPr>
        </p:nvSpPr>
        <p:spPr>
          <a:xfrm>
            <a:off x="1083945" y="2272665"/>
            <a:ext cx="5181600" cy="2312670"/>
          </a:xfrm>
        </p:spPr>
        <p:txBody>
          <a:bodyPr>
            <a:normAutofit lnSpcReduction="20000"/>
          </a:bodyPr>
          <a:p>
            <a:pPr>
              <a:buFont typeface="Wingdings" panose="05000000000000000000" charset="0"/>
            </a:pPr>
            <a:r>
              <a:rPr lang="en-US" altLang="ru-RU">
                <a:solidFill>
                  <a:schemeClr val="tx1"/>
                </a:solidFill>
              </a:rPr>
              <a:t>frame o’chamlarini tanlashimiz uchun </a:t>
            </a:r>
            <a:r>
              <a:rPr lang="en-US" altLang="ru-RU">
                <a:solidFill>
                  <a:srgbClr val="FF0000"/>
                </a:solidFill>
              </a:rPr>
              <a:t>width </a:t>
            </a:r>
            <a:r>
              <a:rPr lang="en-US" altLang="ru-RU">
                <a:solidFill>
                  <a:schemeClr val="tx1"/>
                </a:solidFill>
              </a:rPr>
              <a:t>va </a:t>
            </a:r>
            <a:r>
              <a:rPr lang="en-US" altLang="ru-RU">
                <a:solidFill>
                  <a:srgbClr val="FF0000"/>
                </a:solidFill>
              </a:rPr>
              <a:t>height </a:t>
            </a:r>
            <a:r>
              <a:rPr lang="en-US" altLang="ru-RU">
                <a:solidFill>
                  <a:schemeClr val="tx1"/>
                </a:solidFill>
              </a:rPr>
              <a:t>atributlaridan foydalanishimiz mumkin.</a:t>
            </a:r>
            <a:endParaRPr lang="en-US" altLang="ru-RU">
              <a:solidFill>
                <a:schemeClr val="tx1"/>
              </a:solidFill>
            </a:endParaRPr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95365" y="2284730"/>
            <a:ext cx="4291330" cy="29743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5" name="Замещающее содержимое 4"/>
          <p:cNvSpPr/>
          <p:nvPr>
            <p:ph idx="1"/>
          </p:nvPr>
        </p:nvSpPr>
        <p:spPr>
          <a:xfrm>
            <a:off x="647700" y="2690495"/>
            <a:ext cx="6578600" cy="2624455"/>
          </a:xfrm>
        </p:spPr>
        <p:txBody>
          <a:bodyPr>
            <a:normAutofit/>
          </a:bodyPr>
          <a:p>
            <a:pPr marL="514350" indent="-514350"/>
            <a:r>
              <a:rPr lang="en-US" altLang="ru-RU"/>
              <a:t>iframe dan foydalanib, you tube dan video va google maps dan lokatsiya joylashtirish</a:t>
            </a:r>
            <a:endParaRPr lang="en-US" altLang="ru-RU"/>
          </a:p>
          <a:p>
            <a:endParaRPr lang="en-US" altLang="ru-RU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5" name="Замещающее содержимое 4"/>
          <p:cNvSpPr/>
          <p:nvPr>
            <p:ph idx="1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1358</Words>
  <Application>WPS Presentation</Application>
  <PresentationFormat>宽屏</PresentationFormat>
  <Paragraphs>63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8" baseType="lpstr">
      <vt:lpstr>Arial</vt:lpstr>
      <vt:lpstr>SimSun</vt:lpstr>
      <vt:lpstr>Wingdings</vt:lpstr>
      <vt:lpstr>Calibri Light</vt:lpstr>
      <vt:lpstr>Wingdings</vt:lpstr>
      <vt:lpstr>Microsoft YaHei</vt:lpstr>
      <vt:lpstr>Arial Unicode MS</vt:lpstr>
      <vt:lpstr>Calibri</vt:lpstr>
      <vt:lpstr>Calibri</vt:lpstr>
      <vt:lpstr>Office Theme</vt:lpstr>
      <vt:lpstr>Video joylashtirish</vt:lpstr>
      <vt:lpstr>Reja:</vt:lpstr>
      <vt:lpstr>	&lt;video&gt; tegi</vt:lpstr>
      <vt:lpstr>	&lt;video&gt; tegi</vt:lpstr>
      <vt:lpstr>	controls</vt:lpstr>
      <vt:lpstr>	autoplay </vt:lpstr>
      <vt:lpstr>	muted</vt:lpstr>
      <vt:lpstr>PowerPoint 演示文稿</vt:lpstr>
      <vt:lpstr>	&lt;source&gt; tegi</vt:lpstr>
      <vt:lpstr>	&lt;source&gt; tegi</vt:lpstr>
      <vt:lpstr>	</vt:lpstr>
      <vt:lpstr>	&lt;source&gt; tegi</vt:lpstr>
      <vt:lpstr>	</vt:lpstr>
      <vt:lpstr>	loop</vt:lpstr>
      <vt:lpstr>	width, height</vt:lpstr>
      <vt:lpstr>	width, height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Nurmuhammad Ikromov</cp:lastModifiedBy>
  <cp:revision>11</cp:revision>
  <dcterms:created xsi:type="dcterms:W3CDTF">2023-08-17T08:58:00Z</dcterms:created>
  <dcterms:modified xsi:type="dcterms:W3CDTF">2023-09-19T20:55:12Z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1049-12.2.0.13215</vt:lpwstr>
  </property>
  <property fmtid="{D5CDD505-2E9C-101B-9397-08002B2CF9AE}" pid="3" name="ICV">
    <vt:lpwstr>BD4D59177C854C82A286FB5BE645E59B_13</vt:lpwstr>
  </property>
</Properties>
</file>