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9"/>
  </p:handoutMasterIdLst>
  <p:sldIdLst>
    <p:sldId id="256" r:id="rId3"/>
    <p:sldId id="257" r:id="rId4"/>
    <p:sldId id="258" r:id="rId5"/>
    <p:sldId id="260" r:id="rId6"/>
    <p:sldId id="259" r:id="rId7"/>
    <p:sldId id="274" r:id="rId8"/>
    <p:sldId id="275" r:id="rId9"/>
    <p:sldId id="273" r:id="rId10"/>
    <p:sldId id="266" r:id="rId11"/>
    <p:sldId id="278" r:id="rId13"/>
    <p:sldId id="279" r:id="rId14"/>
    <p:sldId id="280" r:id="rId15"/>
    <p:sldId id="263" r:id="rId16"/>
    <p:sldId id="276" r:id="rId17"/>
    <p:sldId id="265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MS Word va Excel</a:t>
            </a:r>
            <a:r>
              <a:rPr lang="en-US"/>
              <a:t> 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(basic)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1588770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914650"/>
            <a:ext cx="5051425" cy="3179445"/>
          </a:xfrm>
        </p:spPr>
        <p:txBody>
          <a:bodyPr/>
          <a:p>
            <a:pPr marL="457200" indent="-457200">
              <a:buFont typeface="Wingdings" panose="05000000000000000000" charset="0"/>
              <a:buChar char="Ø"/>
            </a:pPr>
            <a:r>
              <a:rPr lang="ru-RU" altLang="en-US"/>
              <a:t>Microsoft Word</a:t>
            </a:r>
            <a:endParaRPr lang="ru-RU" altLang="en-US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Microsoft Excel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Ulardan foydalanish uchun mashqlar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Microsoft Word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/>
        <p:txBody>
          <a:bodyPr/>
          <a:p>
            <a:r>
              <a:rPr lang="ru-RU" altLang="en-US">
                <a:solidFill>
                  <a:srgbClr val="FF0000"/>
                </a:solidFill>
              </a:rPr>
              <a:t>Microsoft Word</a:t>
            </a:r>
            <a:r>
              <a:rPr lang="ru-RU" altLang="en-US"/>
              <a:t> (qisqacha MS Word, WinWord yoki Word)</a:t>
            </a:r>
            <a:endParaRPr lang="ru-RU" altLang="en-US"/>
          </a:p>
          <a:p>
            <a:r>
              <a:rPr lang="ru-RU" altLang="en-US"/>
              <a:t>– matnli maʼlumotlarni yaratish, koʻrish va tahrir qilish uchun moʻljallangan matn muharriridir yoki matn protsessori.</a:t>
            </a:r>
            <a:endParaRPr lang="ru-RU" altLang="en-US"/>
          </a:p>
        </p:txBody>
      </p:sp>
      <p:pic>
        <p:nvPicPr>
          <p:cNvPr id="100" name="Content Placeholder 99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29300" y="2056765"/>
            <a:ext cx="5772150" cy="34747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1825625"/>
            <a:ext cx="6417945" cy="4351655"/>
          </a:xfrm>
        </p:spPr>
        <p:txBody>
          <a:bodyPr/>
          <a:p>
            <a:pPr marL="457200" indent="-457200">
              <a:buFont typeface="Wingdings" panose="05000000000000000000" charset="0"/>
              <a:buChar char="v"/>
            </a:pPr>
            <a:r>
              <a:rPr lang="ru-RU" altLang="en-US"/>
              <a:t>Microsoft korporatsiyasi tomonidan</a:t>
            </a:r>
            <a:r>
              <a:rPr lang="en-US" altLang="ru-RU"/>
              <a:t> </a:t>
            </a:r>
            <a:r>
              <a:rPr lang="ru-RU" altLang="en-US"/>
              <a:t>Microsoft Office paketi tarkibida chiqariladi.</a:t>
            </a:r>
            <a:endParaRPr lang="ru-RU" altLang="en-US"/>
          </a:p>
          <a:p>
            <a:pPr marL="457200" indent="-457200">
              <a:buFont typeface="Wingdings" panose="05000000000000000000" charset="0"/>
              <a:buChar char="v"/>
            </a:pPr>
            <a:r>
              <a:rPr lang="ru-RU" altLang="en-US"/>
              <a:t>Ilk versiyasi Richard Brodi tomonidan 1983-yil IBM PC uchun yozilgan.</a:t>
            </a:r>
            <a:endParaRPr lang="ru-RU" altLang="en-US"/>
          </a:p>
          <a:p>
            <a:pPr marL="457200" indent="-457200">
              <a:buFont typeface="Wingdings" panose="05000000000000000000" charset="0"/>
              <a:buChar char="v"/>
            </a:pPr>
            <a:r>
              <a:rPr lang="ru-RU" altLang="en-US"/>
              <a:t>Amaldagi versiyasi Windows va MacOS uchun moʻljallangan</a:t>
            </a:r>
            <a:r>
              <a:rPr lang="en-US" altLang="ru-RU"/>
              <a:t> </a:t>
            </a:r>
            <a:r>
              <a:rPr lang="ru-RU" altLang="en-US"/>
              <a:t>Microsoft Office Word 20</a:t>
            </a:r>
            <a:r>
              <a:rPr lang="en-US" altLang="ru-RU"/>
              <a:t>23</a:t>
            </a:r>
            <a:r>
              <a:rPr lang="ru-RU" altLang="en-US"/>
              <a:t> hisoblanadi</a:t>
            </a:r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solidFill>
                  <a:schemeClr val="bg1"/>
                </a:solidFill>
              </a:rPr>
              <a:t>Shortcuts </a:t>
            </a:r>
            <a:endParaRPr lang="en-US" altLang="ru-RU">
              <a:solidFill>
                <a:schemeClr val="bg1"/>
              </a:solidFill>
            </a:endParaRPr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213610"/>
            <a:ext cx="10515600" cy="3816350"/>
          </a:xfrm>
        </p:spPr>
        <p:txBody>
          <a:bodyPr>
            <a:normAutofit lnSpcReduction="10000"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</a:rPr>
              <a:t>Ctrl + A</a:t>
            </a:r>
            <a:r>
              <a:rPr lang="en-US" altLang="ru-RU"/>
              <a:t> -&gt; Sahifadagi barcha kontentni belgilaydi.</a:t>
            </a:r>
            <a:endParaRPr lang="en-US" altLang="ru-RU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</a:rPr>
              <a:t>Ctrl + B </a:t>
            </a:r>
            <a:r>
              <a:rPr lang="en-US" altLang="ru-RU"/>
              <a:t>-&gt; Tanlangan qismni qalin qilib ajratadi.</a:t>
            </a:r>
            <a:endParaRPr lang="en-US" altLang="ru-RU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</a:rPr>
              <a:t>Ctrl + C</a:t>
            </a:r>
            <a:r>
              <a:rPr lang="en-US" altLang="ru-RU"/>
              <a:t> -&gt; Belgilangan textni nusxalaydi.</a:t>
            </a:r>
            <a:endParaRPr lang="en-US" altLang="ru-RU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</a:rPr>
              <a:t>Ctrl + X </a:t>
            </a:r>
            <a:r>
              <a:rPr lang="en-US" altLang="ru-RU"/>
              <a:t>-&gt; Belgilangan matnni kesib oladi.</a:t>
            </a:r>
            <a:endParaRPr lang="en-US" altLang="ru-RU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</a:rPr>
              <a:t>Ctrl + N</a:t>
            </a:r>
            <a:r>
              <a:rPr lang="en-US" altLang="ru-RU"/>
              <a:t> -&gt; Yangi hujjat oynasini ochadi.</a:t>
            </a:r>
            <a:endParaRPr lang="en-US" altLang="ru-RU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</a:rPr>
              <a:t>Ctrl + O</a:t>
            </a:r>
            <a:r>
              <a:rPr lang="en-US" altLang="ru-RU"/>
              <a:t> -&gt; Options bo’limini ochadi.</a:t>
            </a:r>
            <a:endParaRPr lang="en-US" altLang="ru-RU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</a:rPr>
              <a:t>Ctrl + P</a:t>
            </a:r>
            <a:r>
              <a:rPr lang="en-US" altLang="ru-RU"/>
              <a:t> -&gt; Hujjatni chop etuvchi oynani ochadi.</a:t>
            </a:r>
            <a:endParaRPr lang="en-US" alt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solidFill>
                  <a:schemeClr val="bg1"/>
                </a:solidFill>
              </a:rPr>
              <a:t>Shortcuts </a:t>
            </a:r>
            <a:endParaRPr lang="en-US" altLang="ru-RU">
              <a:solidFill>
                <a:schemeClr val="bg1"/>
              </a:solidFill>
            </a:endParaRPr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204085"/>
            <a:ext cx="10515600" cy="4351338"/>
          </a:xfrm>
        </p:spPr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  <a:sym typeface="+mn-ea"/>
              </a:rPr>
              <a:t>Ctrl + F</a:t>
            </a:r>
            <a:r>
              <a:rPr lang="en-US" altLang="ru-RU">
                <a:sym typeface="+mn-ea"/>
              </a:rPr>
              <a:t> -&gt; Qidiruv oynasini ochadi.</a:t>
            </a:r>
            <a:endParaRPr lang="en-US" altLang="ru-RU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  <a:sym typeface="+mn-ea"/>
              </a:rPr>
              <a:t>Ctrl + I </a:t>
            </a:r>
            <a:r>
              <a:rPr lang="en-US" altLang="ru-RU">
                <a:sym typeface="+mn-ea"/>
              </a:rPr>
              <a:t>-&gt;  Tanlangan qismni qiyshaytirib ajratadi.</a:t>
            </a:r>
            <a:endParaRPr lang="en-US" altLang="ru-RU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</a:rPr>
              <a:t>Ctrl + K</a:t>
            </a:r>
            <a:r>
              <a:rPr lang="en-US" altLang="ru-RU"/>
              <a:t> -&gt; Link joylashtiradi.</a:t>
            </a:r>
            <a:endParaRPr lang="en-US" altLang="ru-RU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</a:rPr>
              <a:t>Ctrl + U</a:t>
            </a:r>
            <a:r>
              <a:rPr lang="en-US" altLang="ru-RU"/>
              <a:t> -&gt; Tagiga chiziq chizib ajratadi.</a:t>
            </a:r>
            <a:endParaRPr lang="en-US" altLang="ru-RU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</a:rPr>
              <a:t>Ctrl + V</a:t>
            </a:r>
            <a:r>
              <a:rPr lang="en-US" altLang="ru-RU"/>
              <a:t> -&gt; Joylashiradi.</a:t>
            </a:r>
            <a:endParaRPr lang="en-US" altLang="ru-RU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</a:rPr>
              <a:t>Ctrl + Y</a:t>
            </a:r>
            <a:r>
              <a:rPr lang="en-US" altLang="ru-RU"/>
              <a:t> -&gt; Oxirgi bajarilgan amalni qaytaradi.</a:t>
            </a:r>
            <a:endParaRPr lang="en-US" altLang="ru-RU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rgbClr val="FF0000"/>
                </a:solidFill>
              </a:rPr>
              <a:t>Ctrl + Z</a:t>
            </a:r>
            <a:r>
              <a:rPr lang="en-US" altLang="ru-RU"/>
              <a:t> -&gt; Oxirgi amalni qaytaradi.</a:t>
            </a:r>
            <a:endParaRPr lang="en-US" alt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Microsoft Excel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711835" y="2047240"/>
            <a:ext cx="5181600" cy="4351338"/>
          </a:xfrm>
        </p:spPr>
        <p:txBody>
          <a:bodyPr>
            <a:normAutofit fontScale="90000"/>
          </a:bodyPr>
          <a:p>
            <a:r>
              <a:rPr lang="ru-RU" altLang="en-US">
                <a:solidFill>
                  <a:srgbClr val="FF0000"/>
                </a:solidFill>
              </a:rPr>
              <a:t>Microsoft Excel</a:t>
            </a:r>
            <a:r>
              <a:rPr lang="ru-RU" altLang="en-US"/>
              <a:t> (baʼzan Microsoft Office Excel deb ataladi) — Microsoft korporatsiyasi tomonidan Microsoft Windows, Windows NT va Mac OS, shuningdek Android, iOS,Windows Phone uchun yaratilgan elektron jadvallar bilan ishlash uchun dastur.</a:t>
            </a:r>
            <a:endParaRPr lang="ru-RU" altLang="en-US"/>
          </a:p>
        </p:txBody>
      </p:sp>
      <p:pic>
        <p:nvPicPr>
          <p:cNvPr id="101" name="Content Placeholder 100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700" y="2047240"/>
            <a:ext cx="5181600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4"/>
          <p:cNvSpPr/>
          <p:nvPr/>
        </p:nvSpPr>
        <p:spPr>
          <a:xfrm>
            <a:off x="774700" y="1952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ru-RU"/>
              <a:t>Exceldan asosan 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Jadvallar yaratish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Ular ustida amallar yaratish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Formulalardan foydalanish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Grafik va diagrammalar chizish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Hisobotlar tayyorlash</a:t>
            </a:r>
            <a:endParaRPr lang="en-US" altLang="ru-RU"/>
          </a:p>
          <a:p>
            <a:pPr>
              <a:buFont typeface="Wingdings" panose="05000000000000000000" charset="0"/>
            </a:pPr>
            <a:r>
              <a:rPr lang="en-US" altLang="ru-RU"/>
              <a:t>	uchun ishlatiladi.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455" y="1731645"/>
            <a:ext cx="6386830" cy="25279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294880" y="1814830"/>
            <a:ext cx="38677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/>
              <a:t>Misol sifatida, bozorda qilingan savdoni olsak bo’ladi. Bunda Excel dasturidan foydalanib, ketgan xrajatni oson hisoblash mumkin.</a:t>
            </a:r>
            <a:endParaRPr lang="en-US" altLang="ru-RU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2945" y="0"/>
            <a:ext cx="10515600" cy="1325563"/>
          </a:xfrm>
        </p:spPr>
        <p:txBody>
          <a:bodyPr>
            <a:normAutofit/>
          </a:bodyPr>
          <a:p>
            <a:r>
              <a:rPr lang="en-US" altLang="ru-RU">
                <a:solidFill>
                  <a:schemeClr val="bg1"/>
                </a:solidFill>
                <a:sym typeface="+mn-ea"/>
              </a:rPr>
              <a:t>Jadvalga yangi satr qo’shish</a:t>
            </a:r>
            <a:endParaRPr lang="en-US" altLang="ru-RU">
              <a:solidFill>
                <a:schemeClr val="bg1"/>
              </a:solidFill>
            </a:endParaRPr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945" y="2143125"/>
            <a:ext cx="10515600" cy="41440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2945" y="0"/>
            <a:ext cx="10515600" cy="1325563"/>
          </a:xfrm>
        </p:spPr>
        <p:txBody>
          <a:bodyPr>
            <a:normAutofit/>
          </a:bodyPr>
          <a:p>
            <a:r>
              <a:rPr lang="en-US" altLang="ru-RU">
                <a:solidFill>
                  <a:schemeClr val="bg1"/>
                </a:solidFill>
                <a:sym typeface="+mn-ea"/>
              </a:rPr>
              <a:t>Jadvaldan satrni o’chirish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endParaRPr lang="en-US" altLang="ru-RU">
              <a:solidFill>
                <a:schemeClr val="bg1"/>
              </a:solidFill>
            </a:endParaRPr>
          </a:p>
        </p:txBody>
      </p:sp>
      <p:pic>
        <p:nvPicPr>
          <p:cNvPr id="4" name="Content Placeholder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5520"/>
            <a:ext cx="10515600" cy="3990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2945" y="0"/>
            <a:ext cx="10515600" cy="1325563"/>
          </a:xfrm>
        </p:spPr>
        <p:txBody>
          <a:bodyPr>
            <a:normAutofit/>
          </a:bodyPr>
          <a:p>
            <a:r>
              <a:rPr lang="en-US" altLang="ru-RU">
                <a:solidFill>
                  <a:schemeClr val="bg1"/>
                </a:solidFill>
              </a:rPr>
              <a:t>Ustun va satrlarni birlashtirish </a:t>
            </a:r>
            <a:endParaRPr lang="en-US" altLang="ru-RU">
              <a:solidFill>
                <a:schemeClr val="bg1"/>
              </a:solidFill>
            </a:endParaRPr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9225" y="2068195"/>
            <a:ext cx="9354185" cy="44646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1015" y="327025"/>
            <a:ext cx="6640830" cy="1325880"/>
          </a:xfrm>
        </p:spPr>
        <p:txBody>
          <a:bodyPr/>
          <a:p>
            <a:r>
              <a:rPr lang="en-US" altLang="ru-RU" sz="3600" b="0"/>
              <a:t>20 kunlik kitob o’qish chellenjini kiritish</a:t>
            </a:r>
            <a:endParaRPr lang="en-US" altLang="ru-RU" sz="3600" b="0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295" y="1517015"/>
            <a:ext cx="3623945" cy="48926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579245"/>
          </a:xfrm>
        </p:spPr>
        <p:txBody>
          <a:bodyPr>
            <a:normAutofit/>
          </a:bodyPr>
          <a:p>
            <a:r>
              <a:rPr lang="en-US" altLang="ru-RU"/>
              <a:t>Quyidagi savollarga javobni MS Wordda yozib keling</a:t>
            </a:r>
            <a:endParaRPr lang="en-US" altLang="ru-RU"/>
          </a:p>
        </p:txBody>
      </p:sp>
      <p:sp>
        <p:nvSpPr>
          <p:cNvPr id="3" name="Text Box 2"/>
          <p:cNvSpPr txBox="1"/>
          <p:nvPr/>
        </p:nvSpPr>
        <p:spPr>
          <a:xfrm>
            <a:off x="647700" y="2044065"/>
            <a:ext cx="1243520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Font typeface="+mj-lt"/>
              <a:buNone/>
            </a:pPr>
            <a:r>
              <a:rPr lang="en-US" altLang="ru-RU" sz="2400"/>
              <a:t>1. MS Word nima maqsadda ishlatiladi?</a:t>
            </a:r>
            <a:endParaRPr lang="en-US" altLang="ru-RU" sz="2400"/>
          </a:p>
          <a:p>
            <a:pPr indent="0" algn="l">
              <a:buFont typeface="+mj-lt"/>
              <a:buNone/>
            </a:pPr>
            <a:r>
              <a:rPr lang="en-US" altLang="ru-RU" sz="2400"/>
              <a:t>2. MS WORD dasturi yordamida matnlar ustida</a:t>
            </a:r>
            <a:endParaRPr lang="en-US" altLang="ru-RU" sz="2400"/>
          </a:p>
          <a:p>
            <a:pPr indent="0" algn="l">
              <a:buFont typeface="+mj-lt"/>
              <a:buNone/>
            </a:pPr>
            <a:r>
              <a:rPr lang="en-US" altLang="ru-RU" sz="2400"/>
              <a:t>      qanday amallarni bajarish mumkin ?</a:t>
            </a:r>
            <a:endParaRPr lang="en-US" altLang="ru-RU" sz="2400"/>
          </a:p>
          <a:p>
            <a:pPr indent="0" algn="l">
              <a:buFont typeface="+mj-lt"/>
              <a:buNone/>
            </a:pPr>
            <a:r>
              <a:rPr lang="en-US" altLang="ru-RU" sz="2400"/>
              <a:t>3.  MS WORD dasturidan qanday chiqish mumkin?</a:t>
            </a:r>
            <a:endParaRPr lang="en-US" altLang="ru-RU" sz="2400"/>
          </a:p>
          <a:p>
            <a:pPr indent="0" algn="l">
              <a:buFont typeface="+mj-lt"/>
              <a:buNone/>
            </a:pPr>
            <a:r>
              <a:rPr lang="en-US" altLang="ru-RU" sz="2400"/>
              <a:t>4. EXCEL da ma'lumotlar qanday ko’rinishda</a:t>
            </a:r>
            <a:endParaRPr lang="en-US" altLang="ru-RU" sz="2400"/>
          </a:p>
          <a:p>
            <a:pPr indent="0" algn="l">
              <a:buFont typeface="+mj-lt"/>
              <a:buNone/>
            </a:pPr>
            <a:r>
              <a:rPr lang="en-US" altLang="ru-RU" sz="2400"/>
              <a:t>    yoziladi?</a:t>
            </a:r>
            <a:endParaRPr lang="en-US" altLang="ru-RU" sz="2400"/>
          </a:p>
          <a:p>
            <a:pPr indent="0" algn="l">
              <a:buFont typeface="+mj-lt"/>
              <a:buNone/>
            </a:pPr>
            <a:r>
              <a:rPr lang="en-US" altLang="ru-RU" sz="2400"/>
              <a:t>5. Formulalar nima va ular qayеrda yoziladi?</a:t>
            </a:r>
            <a:endParaRPr lang="en-US" altLang="ru-RU" sz="2400"/>
          </a:p>
          <a:p>
            <a:pPr marL="342900" indent="-342900" algn="l">
              <a:buFont typeface="+mj-lt"/>
              <a:buNone/>
            </a:pPr>
            <a:endParaRPr lang="en-US" altLang="ru-RU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2106</Words>
  <Application>WPS Presentation</Application>
  <PresentationFormat>宽屏</PresentationFormat>
  <Paragraphs>75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Office Theme</vt:lpstr>
      <vt:lpstr>MS Word va Excel </vt:lpstr>
      <vt:lpstr>Reja:</vt:lpstr>
      <vt:lpstr>Microsoft Word</vt:lpstr>
      <vt:lpstr>PowerPoint 演示文稿</vt:lpstr>
      <vt:lpstr>Shortcuts </vt:lpstr>
      <vt:lpstr>Shortcuts </vt:lpstr>
      <vt:lpstr>Microsoft Excel</vt:lpstr>
      <vt:lpstr>PowerPoint 演示文稿</vt:lpstr>
      <vt:lpstr>PowerPoint 演示文稿</vt:lpstr>
      <vt:lpstr>Jadvalga yangi satr qo’shish</vt:lpstr>
      <vt:lpstr>Jadvaldan satrni o’chirish </vt:lpstr>
      <vt:lpstr>Ustun va satrlarni birlashtirish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Nurmuhammad Ikromov</cp:lastModifiedBy>
  <cp:revision>4</cp:revision>
  <dcterms:created xsi:type="dcterms:W3CDTF">2023-08-17T08:58:00Z</dcterms:created>
  <dcterms:modified xsi:type="dcterms:W3CDTF">2023-09-03T20:55:05Z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1049-11.2.0.11537</vt:lpwstr>
  </property>
  <property fmtid="{D5CDD505-2E9C-101B-9397-08002B2CF9AE}" pid="3" name="ICV">
    <vt:lpwstr>7EBE086BCF07485685B2B1FE97466266</vt:lpwstr>
  </property>
</Properties>
</file>