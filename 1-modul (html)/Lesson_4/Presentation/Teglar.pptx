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3"/>
    <p:sldId id="257" r:id="rId4"/>
    <p:sldId id="258" r:id="rId5"/>
    <p:sldId id="295" r:id="rId6"/>
    <p:sldId id="259" r:id="rId7"/>
    <p:sldId id="281" r:id="rId8"/>
    <p:sldId id="260" r:id="rId9"/>
    <p:sldId id="261" r:id="rId10"/>
    <p:sldId id="283" r:id="rId11"/>
    <p:sldId id="284" r:id="rId12"/>
    <p:sldId id="285" r:id="rId13"/>
    <p:sldId id="289" r:id="rId14"/>
    <p:sldId id="288" r:id="rId15"/>
    <p:sldId id="291" r:id="rId16"/>
    <p:sldId id="292" r:id="rId17"/>
    <p:sldId id="263" r:id="rId18"/>
    <p:sldId id="265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020"/>
    <a:srgbClr val="B2B2B2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619" y="6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jpe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6686" y="2411533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&lt;p&gt;, &lt; </a:t>
            </a:r>
            <a:r>
              <a:rPr lang="en-US" b="1" dirty="0" err="1"/>
              <a:t>br</a:t>
            </a:r>
            <a:r>
              <a:rPr lang="en-US" b="1" dirty="0"/>
              <a:t>&gt;, &lt;</a:t>
            </a:r>
            <a:r>
              <a:rPr lang="en-US" b="1" dirty="0" err="1"/>
              <a:t>em</a:t>
            </a:r>
            <a:r>
              <a:rPr lang="en-US" b="1" dirty="0"/>
              <a:t>&gt;, &lt;strong</a:t>
            </a:r>
            <a:r>
              <a:rPr lang="en-US" b="1" dirty="0" smtClean="0"/>
              <a:t>&gt;</a:t>
            </a:r>
            <a:br>
              <a:rPr lang="en-US" dirty="0" smtClean="0"/>
            </a:br>
            <a:r>
              <a:rPr lang="en-US" dirty="0" err="1" smtClean="0"/>
              <a:t>teglari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1059634"/>
            <a:ext cx="4446814" cy="1325563"/>
          </a:xfrm>
        </p:spPr>
        <p:txBody>
          <a:bodyPr/>
          <a:lstStyle/>
          <a:p>
            <a:r>
              <a:rPr lang="en-US" altLang="en-US" dirty="0" err="1" smtClean="0"/>
              <a:t>Reja</a:t>
            </a:r>
            <a:r>
              <a:rPr lang="en-US" altLang="en-US" dirty="0" smtClean="0"/>
              <a:t>:</a:t>
            </a:r>
            <a:endParaRPr lang="ru-RU" altLang="en-US" dirty="0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2243636"/>
            <a:ext cx="5012871" cy="435133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dirty="0" err="1" smtClean="0"/>
              <a:t>Teg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haqida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tushuncha</a:t>
            </a:r>
            <a:endParaRPr lang="en-US" altLang="en-US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en-US" dirty="0" err="1" smtClean="0"/>
              <a:t>Juft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toq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teglar</a:t>
            </a:r>
            <a:endParaRPr lang="en-US" altLang="en-US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smtClean="0"/>
              <a:t>&lt;</a:t>
            </a:r>
            <a:r>
              <a:rPr lang="en-US" dirty="0"/>
              <a:t>p&gt;, &lt; </a:t>
            </a:r>
            <a:r>
              <a:rPr lang="en-US" dirty="0" err="1"/>
              <a:t>br</a:t>
            </a:r>
            <a:r>
              <a:rPr lang="en-US" dirty="0"/>
              <a:t>&gt;, &lt;</a:t>
            </a:r>
            <a:r>
              <a:rPr lang="en-US" dirty="0" err="1"/>
              <a:t>em</a:t>
            </a:r>
            <a:r>
              <a:rPr lang="en-US" dirty="0"/>
              <a:t>&gt;, &lt;strong</a:t>
            </a:r>
            <a:r>
              <a:rPr lang="en-US" dirty="0" smtClean="0"/>
              <a:t>&gt;</a:t>
            </a:r>
            <a:endParaRPr lang="en-US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dirty="0" err="1" smtClean="0"/>
              <a:t>Mashqlar</a:t>
            </a:r>
            <a:r>
              <a:rPr lang="en-US" dirty="0" smtClean="0"/>
              <a:t> </a:t>
            </a:r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ru-RU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6"/>
            <a:ext cx="10515600" cy="1152344"/>
          </a:xfrm>
        </p:spPr>
        <p:txBody>
          <a:bodyPr/>
          <a:lstStyle/>
          <a:p>
            <a:r>
              <a:rPr lang="en-US" altLang="en-US" dirty="0" smtClean="0"/>
              <a:t>		</a:t>
            </a:r>
            <a:r>
              <a:rPr lang="en-US" altLang="en-US" dirty="0" err="1" smtClean="0"/>
              <a:t>Teglar</a:t>
            </a:r>
            <a:endParaRPr lang="ru-RU" altLang="en-US" dirty="0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1213757" y="2645273"/>
            <a:ext cx="4777740" cy="2276112"/>
          </a:xfrm>
        </p:spPr>
        <p:txBody>
          <a:bodyPr/>
          <a:lstStyle/>
          <a:p>
            <a:r>
              <a:rPr lang="en-US" altLang="en-US" dirty="0" err="1" smtClean="0"/>
              <a:t>Teglar</a:t>
            </a:r>
            <a:r>
              <a:rPr lang="en-US" altLang="en-US" dirty="0" smtClean="0"/>
              <a:t>(element </a:t>
            </a:r>
            <a:r>
              <a:rPr lang="en-US" altLang="en-US" dirty="0" err="1" smtClean="0"/>
              <a:t>yoki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belgilar</a:t>
            </a:r>
            <a:r>
              <a:rPr lang="en-US" altLang="en-US" dirty="0" smtClean="0"/>
              <a:t>) – </a:t>
            </a:r>
            <a:r>
              <a:rPr lang="en-US" altLang="en-US" dirty="0" err="1" smtClean="0"/>
              <a:t>brauzer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oynasida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nima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ko’rsatishini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aytish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uchun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ishlatiladi</a:t>
            </a:r>
            <a:r>
              <a:rPr lang="en-US" altLang="en-US" dirty="0" smtClean="0"/>
              <a:t>.</a:t>
            </a:r>
            <a:endParaRPr lang="ru-RU" altLang="en-US" dirty="0"/>
          </a:p>
        </p:txBody>
      </p:sp>
      <p:pic>
        <p:nvPicPr>
          <p:cNvPr id="1026" name="Picture 2" descr="https://yt3.ggpht.com/a/AATXAJxSbXmbmYNJvVzqC6S9VQAdJk-_ZAKP3G15_o6_0w=s900-c-k-c0xffffffff-no-rj-m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307" y="2037805"/>
            <a:ext cx="3491049" cy="349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		Atributlar</a:t>
            </a:r>
            <a:endParaRPr lang="ru-RU" altLang="en-US" dirty="0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dirty="0" smtClean="0"/>
              <a:t>Atributlar –  tegni oldiga yozilib, teglarni siz xohlagan ko’rinishga olib kelish uchun ishlatiladi.</a:t>
            </a:r>
            <a:endParaRPr lang="ru-RU" altLang="en-US" dirty="0"/>
          </a:p>
        </p:txBody>
      </p:sp>
      <p:pic>
        <p:nvPicPr>
          <p:cNvPr id="100" name="Замещающее содержимое 9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1825625"/>
            <a:ext cx="5181600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 dirty="0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2894511" y="2426516"/>
            <a:ext cx="6719751" cy="856615"/>
          </a:xfrm>
        </p:spPr>
        <p:txBody>
          <a:bodyPr>
            <a:normAutofit/>
          </a:bodyPr>
          <a:lstStyle/>
          <a:p>
            <a:r>
              <a:rPr lang="en-US" altLang="en-US" dirty="0" err="1" smtClean="0"/>
              <a:t>Teglar</a:t>
            </a:r>
            <a:r>
              <a:rPr lang="en-US" altLang="en-US" dirty="0" smtClean="0"/>
              <a:t> 2 </a:t>
            </a:r>
            <a:r>
              <a:rPr lang="en-US" altLang="en-US" dirty="0" err="1" smtClean="0"/>
              <a:t>xil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bo’ladi</a:t>
            </a:r>
            <a:r>
              <a:rPr lang="en-US" altLang="en-US" dirty="0" smtClean="0"/>
              <a:t>: </a:t>
            </a:r>
            <a:r>
              <a:rPr lang="en-US" altLang="en-US" dirty="0" err="1" smtClean="0"/>
              <a:t>Juft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teglar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va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toq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teglar</a:t>
            </a:r>
            <a:endParaRPr lang="ru-RU" altLang="en-US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1621427" y="3931921"/>
            <a:ext cx="3675017" cy="1820091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 smtClean="0">
                <a:solidFill>
                  <a:srgbClr val="FF0000"/>
                </a:solidFill>
              </a:rPr>
              <a:t>Juft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</a:rPr>
              <a:t>teglar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>
                <a:solidFill>
                  <a:schemeClr val="tx1"/>
                </a:solidFill>
              </a:rPr>
              <a:t>– 1 ta </a:t>
            </a:r>
            <a:r>
              <a:rPr lang="en-US" sz="2200" dirty="0" err="1" smtClean="0">
                <a:solidFill>
                  <a:schemeClr val="tx1"/>
                </a:solidFill>
              </a:rPr>
              <a:t>ochuvchi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va</a:t>
            </a:r>
            <a:r>
              <a:rPr lang="en-US" sz="2200" dirty="0" smtClean="0">
                <a:solidFill>
                  <a:schemeClr val="tx1"/>
                </a:solidFill>
              </a:rPr>
              <a:t> 1 ta </a:t>
            </a:r>
            <a:r>
              <a:rPr lang="en-US" sz="2200" dirty="0" err="1" smtClean="0">
                <a:solidFill>
                  <a:schemeClr val="tx1"/>
                </a:solidFill>
              </a:rPr>
              <a:t>yopuvchi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elementlardan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tashkil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topgan</a:t>
            </a:r>
            <a:endParaRPr lang="ru-RU" sz="2200" dirty="0">
              <a:solidFill>
                <a:schemeClr val="tx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528706" y="3931921"/>
            <a:ext cx="3675017" cy="1820091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 smtClean="0">
                <a:solidFill>
                  <a:srgbClr val="FF0000"/>
                </a:solidFill>
              </a:rPr>
              <a:t>Toq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err="1" smtClean="0">
                <a:solidFill>
                  <a:srgbClr val="FF0000"/>
                </a:solidFill>
              </a:rPr>
              <a:t>teglar</a:t>
            </a:r>
            <a:r>
              <a:rPr lang="en-US" sz="2200" dirty="0" smtClean="0">
                <a:solidFill>
                  <a:srgbClr val="FF0000"/>
                </a:solidFill>
              </a:rPr>
              <a:t> </a:t>
            </a:r>
            <a:r>
              <a:rPr lang="en-US" sz="2200" dirty="0" smtClean="0">
                <a:solidFill>
                  <a:schemeClr val="tx1"/>
                </a:solidFill>
              </a:rPr>
              <a:t>–</a:t>
            </a:r>
            <a:r>
              <a:rPr lang="en-US" sz="2200" dirty="0" err="1" smtClean="0">
                <a:solidFill>
                  <a:schemeClr val="tx1"/>
                </a:solidFill>
              </a:rPr>
              <a:t>Faqat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bitta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elementdan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tashkil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topgan</a:t>
            </a:r>
            <a:endParaRPr lang="ru-RU" sz="2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		&lt;p&gt; t</a:t>
            </a:r>
            <a:r>
              <a:rPr lang="en-US" altLang="en-US" dirty="0" err="1" smtClean="0"/>
              <a:t>egi</a:t>
            </a:r>
            <a:endParaRPr lang="ru-RU" altLang="en-US" dirty="0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1165225" y="1805305"/>
            <a:ext cx="9633585" cy="1765935"/>
          </a:xfrm>
        </p:spPr>
        <p:txBody>
          <a:bodyPr/>
          <a:lstStyle/>
          <a:p>
            <a:r>
              <a:rPr lang="ru-RU" altLang="en-US" dirty="0"/>
              <a:t>&lt;p&gt;…&lt;/p&gt; –</a:t>
            </a:r>
            <a:r>
              <a:rPr lang="en-US" altLang="ru-RU" dirty="0"/>
              <a:t>d</a:t>
            </a:r>
            <a:r>
              <a:rPr lang="ru-RU" altLang="en-US" dirty="0"/>
              <a:t>isplayga ko`p text yozmoqchi bo`lsangiz</a:t>
            </a:r>
            <a:r>
              <a:rPr lang="en-US" altLang="ru-RU" dirty="0"/>
              <a:t> ishlatiladi, text ochuvchi va yopuvchi teglar orasida yoziladi.</a:t>
            </a:r>
            <a:endParaRPr lang="en-US" altLang="ru-RU" dirty="0"/>
          </a:p>
        </p:txBody>
      </p:sp>
      <p:pic>
        <p:nvPicPr>
          <p:cNvPr id="100" name="Замещающее содержимое 99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30045" y="3448050"/>
            <a:ext cx="7940675" cy="2870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5070" y="2764790"/>
            <a:ext cx="5667375" cy="173482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 dirty="0"/>
              <a:t>&lt;p&gt; tegi juft teg hisoblanadi.</a:t>
            </a:r>
            <a:endParaRPr lang="en-US" altLang="ru-RU" dirty="0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 dirty="0"/>
              <a:t>&lt;p&gt;  kalit so'zi “paragraph”ning qisqartmasidir.</a:t>
            </a:r>
            <a:endParaRPr lang="en-US" alt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586740" y="2759075"/>
            <a:ext cx="6682105" cy="2222500"/>
          </a:xfrm>
        </p:spPr>
        <p:txBody>
          <a:bodyPr/>
          <a:lstStyle/>
          <a:p>
            <a:r>
              <a:rPr lang="en-US" altLang="ru-RU">
                <a:solidFill>
                  <a:srgbClr val="FF0000"/>
                </a:solidFill>
              </a:rPr>
              <a:t>&lt;p&gt;</a:t>
            </a:r>
            <a:r>
              <a:rPr lang="en-US" altLang="ru-RU"/>
              <a:t> Men PDP School maktabining 7-sinfida o’qiyman. </a:t>
            </a:r>
            <a:r>
              <a:rPr lang="en-US" altLang="ru-RU">
                <a:solidFill>
                  <a:srgbClr val="FF0000"/>
                </a:solidFill>
              </a:rPr>
              <a:t>&lt;/p&gt;</a:t>
            </a:r>
            <a:endParaRPr lang="en-US" altLang="ru-RU">
              <a:solidFill>
                <a:srgbClr val="FF0000"/>
              </a:solidFill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968375" y="5111750"/>
            <a:ext cx="709231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ru-RU" sz="2400">
                <a:solidFill>
                  <a:srgbClr val="FF0000"/>
                </a:solidFill>
                <a:sym typeface="+mn-ea"/>
              </a:rPr>
              <a:t>Natija: </a:t>
            </a:r>
            <a:r>
              <a:rPr lang="ru-RU" altLang="en-US" sz="2400">
                <a:sym typeface="+mn-ea"/>
              </a:rPr>
              <a:t>Men PDP School maktabining 7-sinfida o’qiyman</a:t>
            </a:r>
            <a:r>
              <a:rPr lang="ru-RU" altLang="en-US">
                <a:sym typeface="+mn-ea"/>
              </a:rPr>
              <a:t>.</a:t>
            </a:r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>
                <a:solidFill>
                  <a:schemeClr val="bg1"/>
                </a:solidFill>
              </a:rPr>
              <a:t>&lt;br&gt; tegi</a:t>
            </a:r>
            <a:endParaRPr lang="en-US" altLang="ru-RU" dirty="0">
              <a:solidFill>
                <a:schemeClr val="bg1"/>
              </a:solidFill>
            </a:endParaRPr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1073785" y="2636520"/>
            <a:ext cx="4766310" cy="2637155"/>
          </a:xfrm>
        </p:spPr>
        <p:txBody>
          <a:bodyPr>
            <a:normAutofit lnSpcReduction="10000"/>
          </a:bodyPr>
          <a:lstStyle/>
          <a:p>
            <a:r>
              <a:rPr lang="en-US" altLang="ru-RU" dirty="0">
                <a:solidFill>
                  <a:srgbClr val="FF0000"/>
                </a:solidFill>
              </a:rPr>
              <a:t>&lt;br/&gt;</a:t>
            </a:r>
            <a:r>
              <a:rPr lang="en-US" altLang="ru-RU" dirty="0"/>
              <a:t> - ko’rinmas qator yoki bo’sh joy xohlasangiz, bu teg ishlatiladi</a:t>
            </a:r>
            <a:endParaRPr lang="en-US" altLang="ru-RU" dirty="0"/>
          </a:p>
        </p:txBody>
      </p:sp>
      <p:pic>
        <p:nvPicPr>
          <p:cNvPr id="101" name="Замещающее содержимое 100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1700" y="2494915"/>
            <a:ext cx="5181600" cy="27787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95070" y="2764790"/>
            <a:ext cx="5667375" cy="1734820"/>
          </a:xfrm>
        </p:spPr>
        <p:txBody>
          <a:bodyPr/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 dirty="0"/>
              <a:t>&lt;br&gt; tegi toq teg hisoblanadi.</a:t>
            </a:r>
            <a:endParaRPr lang="en-US" altLang="ru-RU" dirty="0"/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ru-RU" dirty="0"/>
              <a:t>&lt;br&gt;  kalit so'zi “break”ning qisqartmasidir.</a:t>
            </a:r>
            <a:endParaRPr lang="en-US" alt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586740" y="2759075"/>
            <a:ext cx="6682105" cy="1127760"/>
          </a:xfrm>
        </p:spPr>
        <p:txBody>
          <a:bodyPr/>
          <a:lstStyle/>
          <a:p>
            <a:r>
              <a:rPr lang="en-US" altLang="ru-RU">
                <a:solidFill>
                  <a:schemeClr val="accent1">
                    <a:lumMod val="75000"/>
                  </a:schemeClr>
                </a:solidFill>
              </a:rPr>
              <a:t>&lt;p&gt; </a:t>
            </a:r>
            <a:r>
              <a:rPr lang="en-US" altLang="ru-RU">
                <a:solidFill>
                  <a:schemeClr val="tx1"/>
                </a:solidFill>
              </a:rPr>
              <a:t>Men PDP School maktabining </a:t>
            </a:r>
            <a:r>
              <a:rPr lang="en-US" altLang="ru-RU">
                <a:solidFill>
                  <a:srgbClr val="FF0000"/>
                </a:solidFill>
              </a:rPr>
              <a:t>&lt;br&gt;</a:t>
            </a:r>
            <a:r>
              <a:rPr lang="en-US" altLang="ru-RU">
                <a:solidFill>
                  <a:schemeClr val="tx1"/>
                </a:solidFill>
              </a:rPr>
              <a:t> 7-sinfida o’qiyman.</a:t>
            </a:r>
            <a:r>
              <a:rPr lang="en-US" altLang="ru-RU">
                <a:solidFill>
                  <a:schemeClr val="accent1">
                    <a:lumMod val="75000"/>
                  </a:schemeClr>
                </a:solidFill>
              </a:rPr>
              <a:t> &lt;/p&gt;</a:t>
            </a:r>
            <a:endParaRPr lang="en-US" altLang="ru-RU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931545" y="4867275"/>
            <a:ext cx="4700270" cy="82994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ru-RU" sz="2400">
                <a:solidFill>
                  <a:srgbClr val="FF0000"/>
                </a:solidFill>
                <a:sym typeface="+mn-ea"/>
              </a:rPr>
              <a:t>Natija: </a:t>
            </a:r>
            <a:r>
              <a:rPr lang="ru-RU" altLang="en-US" sz="2400">
                <a:sym typeface="+mn-ea"/>
              </a:rPr>
              <a:t>Men PDP School maktabining</a:t>
            </a:r>
            <a:endParaRPr lang="ru-RU" altLang="en-US" sz="2400">
              <a:sym typeface="+mn-ea"/>
            </a:endParaRPr>
          </a:p>
          <a:p>
            <a:r>
              <a:rPr lang="ru-RU" altLang="en-US" sz="2400">
                <a:sym typeface="+mn-ea"/>
              </a:rPr>
              <a:t> 7-sinfida o’qiyman</a:t>
            </a:r>
            <a:r>
              <a:rPr lang="ru-RU" altLang="en-US">
                <a:sym typeface="+mn-ea"/>
              </a:rPr>
              <a:t>.</a:t>
            </a:r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>
                <a:solidFill>
                  <a:schemeClr val="bg1"/>
                </a:solidFill>
              </a:rPr>
              <a:t>	&lt;em&gt; tegi</a:t>
            </a:r>
            <a:endParaRPr lang="en-US" altLang="ru-RU" dirty="0">
              <a:solidFill>
                <a:schemeClr val="bg1"/>
              </a:solidFill>
            </a:endParaRPr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921385" y="2515235"/>
            <a:ext cx="4563745" cy="3277235"/>
          </a:xfrm>
        </p:spPr>
        <p:txBody>
          <a:bodyPr>
            <a:normAutofit lnSpcReduction="10000"/>
          </a:bodyPr>
          <a:lstStyle/>
          <a:p>
            <a:r>
              <a:rPr lang="en-US" altLang="ru-RU" dirty="0">
                <a:solidFill>
                  <a:srgbClr val="FF0000"/>
                </a:solidFill>
              </a:rPr>
              <a:t>&lt;em&gt; ... &lt;em/&gt; (i)</a:t>
            </a:r>
            <a:r>
              <a:rPr lang="en-US" altLang="ru-RU" dirty="0"/>
              <a:t> - bu juft teg hisoblanib, so’zlarni, matnlarni italic(qiyshaytirib), chiroyli qilib yozish uchun ishlatiladi.</a:t>
            </a:r>
            <a:endParaRPr lang="en-US" altLang="ru-RU" dirty="0"/>
          </a:p>
        </p:txBody>
      </p:sp>
      <p:pic>
        <p:nvPicPr>
          <p:cNvPr id="102" name="Замещающее содержимое 101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84495" y="2595880"/>
            <a:ext cx="6205220" cy="2759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3022600"/>
            <a:ext cx="6682105" cy="1127760"/>
          </a:xfrm>
        </p:spPr>
        <p:txBody>
          <a:bodyPr/>
          <a:lstStyle/>
          <a:p>
            <a:r>
              <a:rPr lang="en-US" altLang="ru-RU">
                <a:solidFill>
                  <a:schemeClr val="accent1">
                    <a:lumMod val="75000"/>
                  </a:schemeClr>
                </a:solidFill>
              </a:rPr>
              <a:t>&lt;p&gt; </a:t>
            </a:r>
            <a:r>
              <a:rPr lang="en-US" altLang="ru-RU">
                <a:solidFill>
                  <a:schemeClr val="tx1"/>
                </a:solidFill>
              </a:rPr>
              <a:t>Men </a:t>
            </a:r>
            <a:r>
              <a:rPr lang="en-US" altLang="ru-RU">
                <a:solidFill>
                  <a:srgbClr val="FF0000"/>
                </a:solidFill>
              </a:rPr>
              <a:t>&lt;em&gt;</a:t>
            </a:r>
            <a:r>
              <a:rPr lang="en-US" altLang="ru-RU">
                <a:solidFill>
                  <a:schemeClr val="tx1"/>
                </a:solidFill>
              </a:rPr>
              <a:t> PDP School </a:t>
            </a:r>
            <a:r>
              <a:rPr lang="en-US" altLang="ru-RU">
                <a:solidFill>
                  <a:srgbClr val="FF0000"/>
                </a:solidFill>
              </a:rPr>
              <a:t>&lt;/em&gt; </a:t>
            </a:r>
            <a:r>
              <a:rPr lang="en-US" altLang="ru-RU">
                <a:solidFill>
                  <a:schemeClr val="tx1"/>
                </a:solidFill>
              </a:rPr>
              <a:t>maktabining  7-sinfida o’qiyman.</a:t>
            </a:r>
            <a:r>
              <a:rPr lang="en-US" altLang="ru-RU">
                <a:solidFill>
                  <a:schemeClr val="accent1">
                    <a:lumMod val="75000"/>
                  </a:schemeClr>
                </a:solidFill>
              </a:rPr>
              <a:t> &lt;/p&gt;</a:t>
            </a:r>
            <a:endParaRPr lang="en-US" altLang="ru-RU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002665" y="4995545"/>
            <a:ext cx="65925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200">
                <a:solidFill>
                  <a:srgbClr val="FF0000"/>
                </a:solidFill>
              </a:rPr>
              <a:t>Natija: </a:t>
            </a:r>
            <a:r>
              <a:rPr lang="ru-RU" altLang="en-US" sz="2200"/>
              <a:t>Men </a:t>
            </a:r>
            <a:r>
              <a:rPr lang="ru-RU" altLang="en-US" sz="2200" i="1"/>
              <a:t>PDP School</a:t>
            </a:r>
            <a:r>
              <a:rPr lang="ru-RU" altLang="en-US" sz="2200"/>
              <a:t> maktabining 7-sinfida o’qiyman.</a:t>
            </a:r>
            <a:endParaRPr lang="ru-RU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>
                <a:solidFill>
                  <a:schemeClr val="bg1"/>
                </a:solidFill>
              </a:rPr>
              <a:t>	&lt;strong&gt; tegi</a:t>
            </a:r>
            <a:endParaRPr lang="en-US" altLang="ru-RU" dirty="0">
              <a:solidFill>
                <a:schemeClr val="bg1"/>
              </a:solidFill>
            </a:endParaRPr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sz="half" idx="1"/>
          </p:nvPr>
        </p:nvSpPr>
        <p:spPr>
          <a:xfrm>
            <a:off x="647700" y="2657475"/>
            <a:ext cx="5181600" cy="2536825"/>
          </a:xfrm>
        </p:spPr>
        <p:txBody>
          <a:bodyPr>
            <a:normAutofit lnSpcReduction="10000"/>
          </a:bodyPr>
          <a:lstStyle/>
          <a:p>
            <a:r>
              <a:rPr lang="en-US" altLang="ru-RU" dirty="0">
                <a:solidFill>
                  <a:srgbClr val="FF0000"/>
                </a:solidFill>
              </a:rPr>
              <a:t>&lt;strong&gt; ... &lt;strong/&gt; (b)</a:t>
            </a:r>
            <a:r>
              <a:rPr lang="en-US" altLang="ru-RU" dirty="0"/>
              <a:t> - bu juft teg bo`lib, so`zlarni , textlarni qalin qilish uchun ishlatiladi.</a:t>
            </a:r>
            <a:endParaRPr lang="en-US" altLang="ru-RU" dirty="0"/>
          </a:p>
        </p:txBody>
      </p:sp>
      <p:pic>
        <p:nvPicPr>
          <p:cNvPr id="103" name="Замещающее содержимое 102"/>
          <p:cNvPicPr/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42660" y="2597150"/>
            <a:ext cx="5181600" cy="265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3022600"/>
            <a:ext cx="6682105" cy="1127760"/>
          </a:xfrm>
        </p:spPr>
        <p:txBody>
          <a:bodyPr/>
          <a:lstStyle/>
          <a:p>
            <a:r>
              <a:rPr lang="en-US" altLang="ru-RU">
                <a:solidFill>
                  <a:schemeClr val="accent1">
                    <a:lumMod val="75000"/>
                  </a:schemeClr>
                </a:solidFill>
              </a:rPr>
              <a:t>&lt;p&gt; </a:t>
            </a:r>
            <a:r>
              <a:rPr lang="en-US" altLang="ru-RU">
                <a:solidFill>
                  <a:schemeClr val="tx1"/>
                </a:solidFill>
              </a:rPr>
              <a:t>Men </a:t>
            </a:r>
            <a:r>
              <a:rPr lang="en-US" altLang="ru-RU">
                <a:solidFill>
                  <a:srgbClr val="FF0000"/>
                </a:solidFill>
              </a:rPr>
              <a:t>&lt;strong&gt;</a:t>
            </a:r>
            <a:r>
              <a:rPr lang="en-US" altLang="ru-RU">
                <a:solidFill>
                  <a:schemeClr val="tx1"/>
                </a:solidFill>
              </a:rPr>
              <a:t> PDP School </a:t>
            </a:r>
            <a:r>
              <a:rPr lang="en-US" altLang="ru-RU">
                <a:solidFill>
                  <a:srgbClr val="FF0000"/>
                </a:solidFill>
              </a:rPr>
              <a:t>&lt;/strong&gt; </a:t>
            </a:r>
            <a:r>
              <a:rPr lang="en-US" altLang="ru-RU">
                <a:solidFill>
                  <a:schemeClr val="tx1"/>
                </a:solidFill>
              </a:rPr>
              <a:t>maktabining  7-sinfida o’qiyman.</a:t>
            </a:r>
            <a:r>
              <a:rPr lang="en-US" altLang="ru-RU">
                <a:solidFill>
                  <a:schemeClr val="accent1">
                    <a:lumMod val="75000"/>
                  </a:schemeClr>
                </a:solidFill>
              </a:rPr>
              <a:t> &lt;/p&gt;</a:t>
            </a:r>
            <a:endParaRPr lang="en-US" altLang="ru-RU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002665" y="4995545"/>
            <a:ext cx="659257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2200">
                <a:solidFill>
                  <a:srgbClr val="FF0000"/>
                </a:solidFill>
              </a:rPr>
              <a:t>Natija: </a:t>
            </a:r>
            <a:r>
              <a:rPr lang="ru-RU" altLang="en-US" sz="2200"/>
              <a:t>Men </a:t>
            </a:r>
            <a:r>
              <a:rPr lang="ru-RU" altLang="en-US" sz="2200" b="1"/>
              <a:t>PDP School</a:t>
            </a:r>
            <a:r>
              <a:rPr lang="ru-RU" altLang="en-US" sz="2200"/>
              <a:t> maktabining 7-sinfida o’qiyman.</a:t>
            </a:r>
            <a:endParaRPr lang="ru-RU" alt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>
          <a:xfrm>
            <a:off x="647700" y="1825625"/>
            <a:ext cx="6276340" cy="4351655"/>
          </a:xfrm>
        </p:spPr>
        <p:txBody>
          <a:bodyPr/>
          <a:lstStyle/>
          <a:p>
            <a:r>
              <a:rPr lang="en-US" altLang="ru-RU" sz="2000"/>
              <a:t>Matnni shu ko’rinishda yozish: </a:t>
            </a:r>
            <a:endParaRPr lang="en-US" altLang="ru-RU" sz="2000"/>
          </a:p>
          <a:p>
            <a:r>
              <a:rPr lang="ru-RU" altLang="en-US" sz="2000" b="1"/>
              <a:t>Kompyuter </a:t>
            </a:r>
            <a:r>
              <a:rPr lang="ru-RU" altLang="en-US" sz="2000"/>
              <a:t>- Hisoblarni bajarish, shu jumladan elektron shakldagi axborotni oldindan belgilangan algoritm boyicha qabul qilish, qayta ishlash, saqlash va ishlov berish uchun moljallangan mashina. </a:t>
            </a:r>
            <a:r>
              <a:rPr lang="ru-RU" altLang="en-US" sz="2000" b="1"/>
              <a:t>Kompyuter </a:t>
            </a:r>
            <a:r>
              <a:rPr lang="ru-RU" altLang="en-US" sz="2000"/>
              <a:t>sozi ingliz tilidagi </a:t>
            </a:r>
            <a:r>
              <a:rPr lang="ru-RU" altLang="en-US" sz="2000" b="1"/>
              <a:t>to compute</a:t>
            </a:r>
            <a:r>
              <a:rPr lang="ru-RU" altLang="en-US" sz="2000"/>
              <a:t>, </a:t>
            </a:r>
            <a:r>
              <a:rPr lang="ru-RU" altLang="en-US" sz="2000" b="1"/>
              <a:t>computer</a:t>
            </a:r>
            <a:r>
              <a:rPr lang="ru-RU" altLang="en-US" sz="2000"/>
              <a:t>, sozlarining hosilasi bolib, ular “</a:t>
            </a:r>
            <a:r>
              <a:rPr lang="ru-RU" altLang="en-US" sz="2000" i="1"/>
              <a:t>hisoblash</a:t>
            </a:r>
            <a:r>
              <a:rPr lang="ru-RU" altLang="en-US" sz="2000"/>
              <a:t>”, “</a:t>
            </a:r>
            <a:r>
              <a:rPr lang="ru-RU" altLang="en-US" sz="2000" i="1"/>
              <a:t>hisoblagich</a:t>
            </a:r>
            <a:r>
              <a:rPr lang="ru-RU" altLang="en-US" sz="2000"/>
              <a:t>” deb tarjima qilinadi. Dastlab ingliz tilida bu soz, mexanik qurilmani jalb qilib yoki uning komagisiz arifmetik hisoblarni bajaradigan insonni anglatgan. </a:t>
            </a:r>
            <a:r>
              <a:rPr lang="ru-RU" altLang="en-US" sz="2000" i="1"/>
              <a:t>Keyinchalik uning ma’nosi mashinalarning oziga kochirildi</a:t>
            </a:r>
            <a:r>
              <a:rPr lang="ru-RU" altLang="en-US" sz="2000"/>
              <a:t>, biroq, </a:t>
            </a:r>
            <a:r>
              <a:rPr lang="ru-RU" altLang="en-US" sz="2000" b="1"/>
              <a:t>zamonaviy kompyuterlar matematika bilan bevosita bogliq bolmagan koplab masalalarni ham bajaradilar. </a:t>
            </a:r>
            <a:endParaRPr lang="ru-RU" altLang="en-US" sz="2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2237</Words>
  <Application>WPS Presentation</Application>
  <PresentationFormat>Широкоэкранный</PresentationFormat>
  <Paragraphs>66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Wingdings</vt:lpstr>
      <vt:lpstr>Microsoft YaHei</vt:lpstr>
      <vt:lpstr>Arial Unicode MS</vt:lpstr>
      <vt:lpstr>Calibri</vt:lpstr>
      <vt:lpstr>Office Theme</vt:lpstr>
      <vt:lpstr>&lt;p&gt;, &lt; br&gt;, &lt;em&gt;, &lt;strong&gt; teglari</vt:lpstr>
      <vt:lpstr>Reja:</vt:lpstr>
      <vt:lpstr>		Teglar</vt:lpstr>
      <vt:lpstr>		Teglar</vt:lpstr>
      <vt:lpstr>PowerPoint 演示文稿</vt:lpstr>
      <vt:lpstr>		&lt;p&gt; tegi</vt:lpstr>
      <vt:lpstr>PowerPoint 演示文稿</vt:lpstr>
      <vt:lpstr>PowerPoint 演示文稿</vt:lpstr>
      <vt:lpstr>&lt;br&gt; tegi</vt:lpstr>
      <vt:lpstr>PowerPoint 演示文稿</vt:lpstr>
      <vt:lpstr>PowerPoint 演示文稿</vt:lpstr>
      <vt:lpstr>	&lt;em&gt; tegi</vt:lpstr>
      <vt:lpstr>PowerPoint 演示文稿</vt:lpstr>
      <vt:lpstr>	&lt;strong&gt; tegi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Swift 3</dc:creator>
  <cp:lastModifiedBy>Nurmuhammad Ikromov</cp:lastModifiedBy>
  <cp:revision>9</cp:revision>
  <dcterms:created xsi:type="dcterms:W3CDTF">2023-08-17T08:58:00Z</dcterms:created>
  <dcterms:modified xsi:type="dcterms:W3CDTF">2023-08-24T07:32:01Z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1049-11.2.0.11537</vt:lpwstr>
  </property>
  <property fmtid="{D5CDD505-2E9C-101B-9397-08002B2CF9AE}" pid="3" name="ICV">
    <vt:lpwstr>7D075BD0F9164CDA9A5B7B752ACB86E4</vt:lpwstr>
  </property>
</Properties>
</file>