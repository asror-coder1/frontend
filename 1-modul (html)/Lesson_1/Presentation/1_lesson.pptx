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73" r:id="rId7"/>
    <p:sldId id="274" r:id="rId8"/>
    <p:sldId id="275" r:id="rId9"/>
    <p:sldId id="260" r:id="rId10"/>
    <p:sldId id="261" r:id="rId11"/>
    <p:sldId id="279" r:id="rId12"/>
    <p:sldId id="280" r:id="rId13"/>
    <p:sldId id="268" r:id="rId14"/>
    <p:sldId id="263" r:id="rId15"/>
    <p:sldId id="265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Internet</a:t>
            </a:r>
            <a:endParaRPr lang="en-US" b="1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58750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913380"/>
            <a:ext cx="5079365" cy="2727960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Internet nima?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Brauzerlar haqida ma’lumot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Googledan kerakli ma’lumotlarni qidirish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Internet nima?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181600" cy="4204335"/>
          </a:xfrm>
        </p:spPr>
        <p:txBody>
          <a:bodyPr>
            <a:normAutofit lnSpcReduction="20000"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Internet </a:t>
            </a:r>
            <a:r>
              <a:rPr lang="en-US" altLang="ru-RU"/>
              <a:t>- “International Network” - “xalqaro tarmoq” ma’nosini anglatadi.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rgbClr val="FF0000"/>
                </a:solidFill>
              </a:rPr>
              <a:t>Internet </a:t>
            </a:r>
            <a:r>
              <a:rPr lang="en-US" altLang="ru-RU"/>
              <a:t>- minglab lokal va mintaqaviy kompyuter tarmoqlarni birlashtiruvchi axborot tizimi hisoblanadi.</a:t>
            </a:r>
            <a:endParaRPr lang="en-US" altLang="ru-RU"/>
          </a:p>
        </p:txBody>
      </p:sp>
      <p:pic>
        <p:nvPicPr>
          <p:cNvPr id="100" name="Замещающее содержимое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203450"/>
            <a:ext cx="5334000" cy="373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259830" y="2166620"/>
            <a:ext cx="5181600" cy="3595370"/>
          </a:xfrm>
        </p:spPr>
        <p:txBody>
          <a:bodyPr/>
          <a:p>
            <a:r>
              <a:rPr lang="en-US" altLang="ru-RU"/>
              <a:t>Internet - dunyodagi 99% ma’lumot shu yerda saqlanadi, qolgan 1% ga esa yozma manbalar, fleshkalar xotirasidagi ma’lumotlar kiradi.</a:t>
            </a:r>
            <a:endParaRPr lang="en-US" altLang="ru-RU"/>
          </a:p>
        </p:txBody>
      </p:sp>
      <p:pic>
        <p:nvPicPr>
          <p:cNvPr id="101" name="Замещающее содержимое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2166620"/>
            <a:ext cx="5273675" cy="3595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Hosting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214880"/>
            <a:ext cx="4271010" cy="396240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/>
              <a:t>Dasturchilar saytlarni yaratishganda uni mana shu internetda saqlashadi. Web-saytni saqlash usuli - </a:t>
            </a:r>
            <a:r>
              <a:rPr lang="en-US" altLang="ru-RU">
                <a:solidFill>
                  <a:srgbClr val="FF0000"/>
                </a:solidFill>
              </a:rPr>
              <a:t>Hosting </a:t>
            </a:r>
            <a:r>
              <a:rPr lang="en-US" altLang="ru-RU"/>
              <a:t>deyiladi.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5231130" y="2214880"/>
            <a:ext cx="6097905" cy="37103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Brauzerlar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167255"/>
            <a:ext cx="4500245" cy="43516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/>
              <a:t>Brauzer dasturi veb-serverdan odatda HTML da yozilgan kodni oladi. So’ngra, bu kodni sharhlaydi va uni ko’rish uchun veb-sahifa sifatida ko’rsatadi. </a:t>
            </a:r>
            <a:endParaRPr lang="en-US" altLang="ru-RU"/>
          </a:p>
        </p:txBody>
      </p:sp>
      <p:pic>
        <p:nvPicPr>
          <p:cNvPr id="108" name="Замещающее содержимое 107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66690" y="2167255"/>
            <a:ext cx="589661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Nega brauzer kerak?</a:t>
            </a:r>
            <a:endParaRPr lang="en-US" altLang="ru-RU" b="1"/>
          </a:p>
        </p:txBody>
      </p:sp>
      <p:pic>
        <p:nvPicPr>
          <p:cNvPr id="109" name="Замещающее содержимое 108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208530"/>
            <a:ext cx="5596255" cy="35858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439410" cy="4388485"/>
          </a:xfrm>
        </p:spPr>
        <p:txBody>
          <a:bodyPr>
            <a:normAutofit fontScale="70000"/>
          </a:bodyPr>
          <a:p>
            <a:pPr>
              <a:buFont typeface="Wingdings" panose="05000000000000000000" charset="0"/>
            </a:pPr>
            <a:r>
              <a:rPr lang="en-US" altLang="ru-RU"/>
              <a:t>Brauzerlar bizga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Matn ma’lumotlarini o’qish uchun;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Fayllarni yuklab olish uchun;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Boshqa foydalanuvchilar bilan ma’lumotlar almashinuvi;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Rasmlar va videolarni ko’rish;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Audio fayllarni tinglash va boshqalar uchun kerak</a:t>
            </a:r>
            <a:endParaRPr lang="en-US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970915" y="1825625"/>
            <a:ext cx="5928995" cy="4351655"/>
          </a:xfrm>
        </p:spPr>
        <p:txBody>
          <a:bodyPr/>
          <a:p>
            <a:pPr>
              <a:buFont typeface="+mj-lt"/>
            </a:pPr>
            <a:r>
              <a:rPr lang="en-US" altLang="ru-RU"/>
              <a:t>Hozirgi kunda top 5 brauzerlar:</a:t>
            </a:r>
            <a:endParaRPr lang="en-US" altLang="ru-RU"/>
          </a:p>
          <a:p>
            <a:pPr>
              <a:buFont typeface="+mj-lt"/>
            </a:pPr>
            <a:endParaRPr lang="en-US" altLang="ru-RU"/>
          </a:p>
          <a:p>
            <a:pPr marL="514350" indent="-514350">
              <a:buFont typeface="+mj-lt"/>
              <a:buAutoNum type="arabicPeriod"/>
            </a:pPr>
            <a:r>
              <a:rPr lang="en-US" altLang="ru-RU"/>
              <a:t>Google Chrome</a:t>
            </a:r>
            <a:endParaRPr lang="en-US" altLang="ru-RU"/>
          </a:p>
          <a:p>
            <a:pPr marL="514350" indent="-514350">
              <a:buFont typeface="+mj-lt"/>
              <a:buAutoNum type="arabicPeriod"/>
            </a:pPr>
            <a:r>
              <a:rPr lang="en-US" altLang="ru-RU"/>
              <a:t>Microsoft Edge</a:t>
            </a:r>
            <a:endParaRPr lang="en-US" altLang="ru-RU"/>
          </a:p>
          <a:p>
            <a:pPr marL="514350" indent="-514350">
              <a:buFont typeface="+mj-lt"/>
              <a:buAutoNum type="arabicPeriod"/>
            </a:pPr>
            <a:r>
              <a:rPr lang="en-US" altLang="ru-RU"/>
              <a:t>Opera</a:t>
            </a:r>
            <a:endParaRPr lang="en-US" altLang="ru-RU"/>
          </a:p>
          <a:p>
            <a:pPr marL="514350" indent="-514350">
              <a:buFont typeface="+mj-lt"/>
              <a:buAutoNum type="arabicPeriod"/>
            </a:pPr>
            <a:r>
              <a:rPr lang="en-US" altLang="ru-RU"/>
              <a:t>Firefox</a:t>
            </a:r>
            <a:endParaRPr lang="en-US" altLang="ru-RU"/>
          </a:p>
          <a:p>
            <a:pPr marL="514350" indent="-514350">
              <a:buFont typeface="+mj-lt"/>
              <a:buAutoNum type="arabicPeriod"/>
            </a:pPr>
            <a:r>
              <a:rPr lang="en-US" altLang="ru-RU"/>
              <a:t>Safari</a:t>
            </a:r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749300" y="1825625"/>
            <a:ext cx="3834130" cy="4351655"/>
          </a:xfrm>
        </p:spPr>
        <p:txBody>
          <a:bodyPr>
            <a:normAutofit lnSpcReduction="20000"/>
          </a:bodyPr>
          <a:p>
            <a:r>
              <a:rPr lang="en-US" altLang="ru-RU" sz="2400">
                <a:solidFill>
                  <a:srgbClr val="FF0000"/>
                </a:solidFill>
              </a:rPr>
              <a:t>GOOGLE CHROME</a:t>
            </a:r>
            <a:r>
              <a:rPr lang="en-US" altLang="ru-RU" sz="2400"/>
              <a:t> - </a:t>
            </a:r>
            <a:r>
              <a:rPr lang="ru-RU" altLang="en-US" sz="2400"/>
              <a:t>Google tomonidan ishlab chiqarilgan ochiq manbalik </a:t>
            </a:r>
            <a:r>
              <a:rPr lang="en-US" altLang="ru-RU" sz="2400"/>
              <a:t> </a:t>
            </a:r>
            <a:r>
              <a:rPr lang="ru-RU" altLang="en-US" sz="2400"/>
              <a:t>veb</a:t>
            </a:r>
            <a:r>
              <a:rPr lang="en-US" altLang="ru-RU" sz="2400"/>
              <a:t>-</a:t>
            </a:r>
            <a:r>
              <a:rPr lang="ru-RU" altLang="en-US" sz="2400"/>
              <a:t>brauzer. </a:t>
            </a:r>
            <a:endParaRPr lang="ru-RU" altLang="en-US" sz="2400"/>
          </a:p>
          <a:p>
            <a:r>
              <a:rPr lang="ru-RU" altLang="en-US" sz="2400"/>
              <a:t>2008-yil 2-sentabrda keng ommaga beta re</a:t>
            </a:r>
            <a:r>
              <a:rPr lang="en-US" altLang="ru-RU" sz="2400"/>
              <a:t>jim</a:t>
            </a:r>
            <a:r>
              <a:rPr lang="ru-RU" altLang="en-US" sz="2400"/>
              <a:t>i taqdim etildi.</a:t>
            </a:r>
            <a:r>
              <a:rPr lang="ru-RU" altLang="en-US"/>
              <a:t> </a:t>
            </a:r>
            <a:endParaRPr lang="ru-RU" altLang="en-US"/>
          </a:p>
        </p:txBody>
      </p:sp>
      <p:pic>
        <p:nvPicPr>
          <p:cNvPr id="110" name="Замещающее содержимое 10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21225" y="1493520"/>
            <a:ext cx="747141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47700" y="138430"/>
            <a:ext cx="10515600" cy="1049020"/>
          </a:xfrm>
        </p:spPr>
        <p:txBody>
          <a:bodyPr/>
          <a:p>
            <a:r>
              <a:rPr lang="en-US" altLang="ru-RU" b="1">
                <a:solidFill>
                  <a:schemeClr val="bg1"/>
                </a:solidFill>
              </a:rPr>
              <a:t>Googleni default brauzer qilish</a:t>
            </a:r>
            <a:endParaRPr lang="en-US" altLang="ru-RU" b="1">
              <a:solidFill>
                <a:schemeClr val="bg1"/>
              </a:solidFill>
            </a:endParaRPr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/>
        <p:txBody>
          <a:bodyPr/>
          <a:p>
            <a:pPr>
              <a:buFont typeface="+mj-lt"/>
            </a:pPr>
            <a:r>
              <a:rPr altLang="ru-RU"/>
              <a:t>Googleni odatiy brauzerga aylantirish uchun quyidagi ketma-ketlikdan foydalanamiz:</a:t>
            </a:r>
            <a:endParaRPr altLang="ru-RU"/>
          </a:p>
          <a:p>
            <a:pPr>
              <a:buFont typeface="+mj-lt"/>
            </a:pPr>
            <a:r>
              <a:rPr altLang="ru-RU">
                <a:solidFill>
                  <a:srgbClr val="FF0000"/>
                </a:solidFill>
              </a:rPr>
              <a:t>Start -&gt; Settings -&gt; Apps -&gt; </a:t>
            </a:r>
            <a:endParaRPr altLang="ru-RU">
              <a:solidFill>
                <a:srgbClr val="FF0000"/>
              </a:solidFill>
            </a:endParaRPr>
          </a:p>
          <a:p>
            <a:pPr>
              <a:buFont typeface="+mj-lt"/>
            </a:pPr>
            <a:r>
              <a:rPr altLang="ru-RU">
                <a:solidFill>
                  <a:srgbClr val="FF0000"/>
                </a:solidFill>
              </a:rPr>
              <a:t>Default apps -&gt; Web browser -&gt; Google Chrome</a:t>
            </a:r>
            <a:endParaRPr altLang="ru-RU">
              <a:solidFill>
                <a:srgbClr val="FF0000"/>
              </a:solidFill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51195" y="2246630"/>
            <a:ext cx="6440805" cy="3557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970915" y="1825625"/>
            <a:ext cx="4082415" cy="4351655"/>
          </a:xfrm>
        </p:spPr>
        <p:txBody>
          <a:bodyPr/>
          <a:p>
            <a:pPr>
              <a:buFont typeface="+mj-lt"/>
            </a:pPr>
            <a:r>
              <a:rPr lang="en-US" altLang="ru-RU">
                <a:sym typeface="+mn-ea"/>
              </a:rPr>
              <a:t>Statistikaga qaraganda, internetdagi eng katta hajmli kontent </a:t>
            </a:r>
            <a:r>
              <a:rPr lang="en-US" altLang="ru-RU">
                <a:solidFill>
                  <a:srgbClr val="FF0000"/>
                </a:solidFill>
                <a:sym typeface="+mn-ea"/>
              </a:rPr>
              <a:t>ingliz tilida!</a:t>
            </a:r>
            <a:endParaRPr lang="en-US" altLang="ru-RU">
              <a:solidFill>
                <a:srgbClr val="FF0000"/>
              </a:solidFill>
              <a:sym typeface="+mn-ea"/>
            </a:endParaRPr>
          </a:p>
          <a:p>
            <a:pPr>
              <a:buFont typeface="+mj-lt"/>
            </a:pPr>
            <a:endParaRPr lang="en-US" altLang="ru-RU">
              <a:solidFill>
                <a:srgbClr val="FF0000"/>
              </a:solidFill>
              <a:sym typeface="+mn-ea"/>
            </a:endParaRPr>
          </a:p>
          <a:p>
            <a:pPr>
              <a:buFont typeface="+mj-lt"/>
            </a:pPr>
            <a:r>
              <a:rPr lang="en-US" altLang="ru-RU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Demak, internetdan sifatli va aniq ma’lumot olish uchun uni ingliz tilida qidirish afzal!</a:t>
            </a:r>
            <a:endParaRPr lang="en-US" altLang="ru-RU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53330" y="1102360"/>
            <a:ext cx="7138670" cy="4653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933065"/>
            <a:ext cx="6490970" cy="2366645"/>
          </a:xfrm>
        </p:spPr>
        <p:txBody>
          <a:bodyPr/>
          <a:p>
            <a:r>
              <a:rPr lang="en-US" altLang="ru-RU" sz="3200"/>
              <a:t>Internet haqida 5 ta qiziqarli fakt yozish</a:t>
            </a:r>
            <a:endParaRPr lang="en-US" altLang="ru-RU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1540</Words>
  <Application>WPS Presentation</Application>
  <PresentationFormat>宽屏</PresentationFormat>
  <Paragraphs>55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Internet</vt:lpstr>
      <vt:lpstr>Reja:</vt:lpstr>
      <vt:lpstr>Internet nima?</vt:lpstr>
      <vt:lpstr>PowerPoint 演示文稿</vt:lpstr>
      <vt:lpstr>Hosting</vt:lpstr>
      <vt:lpstr>Brauzerlar</vt:lpstr>
      <vt:lpstr>Nega brauzer kerak?</vt:lpstr>
      <vt:lpstr>PowerPoint 演示文稿</vt:lpstr>
      <vt:lpstr>PowerPoint 演示文稿</vt:lpstr>
      <vt:lpstr>Googleni default brauzer qilish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4</cp:revision>
  <dcterms:created xsi:type="dcterms:W3CDTF">2023-08-17T08:58:00Z</dcterms:created>
  <dcterms:modified xsi:type="dcterms:W3CDTF">2023-09-03T19:50:36Z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CC8CE0003976460999DD9D1E5FF7223F</vt:lpwstr>
  </property>
</Properties>
</file>