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3"/>
    <p:sldId id="257" r:id="rId4"/>
    <p:sldId id="277" r:id="rId5"/>
    <p:sldId id="278" r:id="rId6"/>
    <p:sldId id="280" r:id="rId7"/>
    <p:sldId id="282" r:id="rId8"/>
    <p:sldId id="279" r:id="rId9"/>
    <p:sldId id="281" r:id="rId10"/>
    <p:sldId id="258" r:id="rId11"/>
    <p:sldId id="259" r:id="rId12"/>
    <p:sldId id="260" r:id="rId13"/>
    <p:sldId id="261" r:id="rId14"/>
    <p:sldId id="269" r:id="rId15"/>
    <p:sldId id="266" r:id="rId16"/>
    <p:sldId id="273" r:id="rId17"/>
    <p:sldId id="274" r:id="rId18"/>
    <p:sldId id="263" r:id="rId19"/>
    <p:sldId id="265" r:id="rId2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.jpe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jpe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jpe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0.jpe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4230" y="1190882"/>
            <a:ext cx="9144000" cy="2187001"/>
          </a:xfrm>
        </p:spPr>
        <p:txBody>
          <a:bodyPr/>
          <a:lstStyle/>
          <a:p>
            <a:r>
              <a:rPr lang="en-US"/>
              <a:t>Kirish (visual studioni ulash)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7540" y="1423035"/>
            <a:ext cx="10515600" cy="1325563"/>
          </a:xfrm>
        </p:spPr>
        <p:txBody>
          <a:bodyPr/>
          <a:p>
            <a:r>
              <a:rPr lang="en-US" altLang="ru-RU"/>
              <a:t>Reja:</a:t>
            </a:r>
            <a:endParaRPr lang="en-US" altLang="ru-RU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576580" y="2506345"/>
            <a:ext cx="6518910" cy="3956050"/>
          </a:xfrm>
        </p:spPr>
        <p:txBody>
          <a:bodyPr>
            <a:normAutofit lnSpcReduction="10000"/>
          </a:bodyPr>
          <a:p>
            <a:r>
              <a:rPr lang="en-US" altLang="ru-RU"/>
              <a:t>1. Frontend nima?</a:t>
            </a:r>
            <a:endParaRPr lang="en-US" altLang="ru-RU"/>
          </a:p>
          <a:p>
            <a:r>
              <a:rPr lang="en-US" altLang="ru-RU"/>
              <a:t>2. Sayt tuzilishi</a:t>
            </a:r>
            <a:endParaRPr lang="en-US" altLang="ru-RU"/>
          </a:p>
          <a:p>
            <a:r>
              <a:rPr lang="en-US" altLang="ru-RU"/>
              <a:t>3. HTML haqida</a:t>
            </a:r>
            <a:endParaRPr lang="en-US" altLang="ru-RU"/>
          </a:p>
          <a:p>
            <a:r>
              <a:rPr lang="en-US" altLang="ru-RU"/>
              <a:t>4. Kod muharrirlari haqida tushuncha</a:t>
            </a:r>
            <a:endParaRPr lang="en-US" altLang="ru-RU"/>
          </a:p>
          <a:p>
            <a:r>
              <a:rPr lang="en-US" altLang="ru-RU"/>
              <a:t>5. Visual studio haqida ma’lumot</a:t>
            </a:r>
            <a:endParaRPr lang="en-US" altLang="ru-RU"/>
          </a:p>
          <a:p>
            <a:r>
              <a:rPr lang="en-US" altLang="ru-RU"/>
              <a:t>6. VS Code o’rnatish</a:t>
            </a:r>
            <a:endParaRPr lang="en-US" altLang="ru-RU"/>
          </a:p>
          <a:p>
            <a:r>
              <a:rPr lang="en-US" altLang="ru-RU"/>
              <a:t>7. Settings(afterDelay, font, theme, live server)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sz="5400" b="1">
                <a:solidFill>
                  <a:schemeClr val="bg1"/>
                </a:solidFill>
              </a:rPr>
              <a:t>Frontend</a:t>
            </a:r>
            <a:endParaRPr lang="en-US" altLang="ru-RU" sz="5400" b="1">
              <a:solidFill>
                <a:schemeClr val="bg1"/>
              </a:solidFill>
            </a:endParaRPr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829945" y="2484755"/>
            <a:ext cx="4228465" cy="3692525"/>
          </a:xfrm>
        </p:spPr>
        <p:txBody>
          <a:bodyPr>
            <a:normAutofit/>
          </a:bodyPr>
          <a:p>
            <a:r>
              <a:rPr lang="ru-RU" altLang="en-US" sz="3200"/>
              <a:t>BU WEB SAHIFALARNI BIZGA KO`RINADIGAN VIZUAL QISMI.</a:t>
            </a:r>
            <a:endParaRPr lang="ru-RU" altLang="en-US" sz="3200"/>
          </a:p>
        </p:txBody>
      </p:sp>
      <p:pic>
        <p:nvPicPr>
          <p:cNvPr id="4" name="Замещающее содержимое 3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70170" y="2019935"/>
            <a:ext cx="6286500" cy="43516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p>
            <a:r>
              <a:rPr altLang="ru-RU" sz="5400">
                <a:solidFill>
                  <a:schemeClr val="bg1"/>
                </a:solidFill>
                <a:sym typeface="+mn-ea"/>
              </a:rPr>
              <a:t>Har bir sayt 2 qismdan tashkil topgan</a:t>
            </a:r>
            <a:endParaRPr lang="en-US" altLang="ru-RU" sz="5400" b="1">
              <a:solidFill>
                <a:schemeClr val="bg1"/>
              </a:solidFill>
              <a:sym typeface="+mn-ea"/>
            </a:endParaRPr>
          </a:p>
        </p:txBody>
      </p:sp>
      <p:pic>
        <p:nvPicPr>
          <p:cNvPr id="100" name="Изображение 99"/>
          <p:cNvPicPr/>
          <p:nvPr/>
        </p:nvPicPr>
        <p:blipFill>
          <a:blip r:embed="rId2"/>
          <a:stretch>
            <a:fillRect/>
          </a:stretch>
        </p:blipFill>
        <p:spPr>
          <a:xfrm>
            <a:off x="1161415" y="1423670"/>
            <a:ext cx="9726930" cy="5013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Замещающее содержимое 7"/>
          <p:cNvSpPr/>
          <p:nvPr>
            <p:ph sz="half"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03" name="Изображение 102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Замещающее содержимое 8"/>
          <p:cNvSpPr/>
          <p:nvPr>
            <p:ph sz="half" idx="1"/>
          </p:nvPr>
        </p:nvSpPr>
        <p:spPr>
          <a:xfrm>
            <a:off x="647700" y="1825625"/>
            <a:ext cx="5515610" cy="4411980"/>
          </a:xfrm>
        </p:spPr>
        <p:txBody>
          <a:bodyPr>
            <a:normAutofit lnSpcReduction="10000"/>
          </a:bodyPr>
          <a:p>
            <a:r>
              <a:rPr lang="ru-RU" altLang="en-US"/>
              <a:t>HTML (HyperText Markup Language) veb-sahifalar yaratish uchun ishlatila</a:t>
            </a:r>
            <a:r>
              <a:rPr lang="en-US" altLang="ru-RU"/>
              <a:t>di</a:t>
            </a:r>
            <a:r>
              <a:rPr lang="ru-RU" altLang="en-US"/>
              <a:t>. HTML matn, struktur va tarkibni belgilash uchun foydalaniladi. Veb-brauzerlar HTML kodni o'qish va uni vizual ko'rinishga aylantirish orqali veb-sahifalarni ko'rsatishadi.</a:t>
            </a:r>
            <a:endParaRPr lang="ru-RU" altLang="en-US"/>
          </a:p>
        </p:txBody>
      </p:sp>
      <p:pic>
        <p:nvPicPr>
          <p:cNvPr id="105" name="Изображение 104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Текстовое поле 9"/>
          <p:cNvSpPr txBox="1"/>
          <p:nvPr/>
        </p:nvSpPr>
        <p:spPr>
          <a:xfrm>
            <a:off x="1755140" y="410210"/>
            <a:ext cx="83273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4800">
                <a:solidFill>
                  <a:schemeClr val="bg1"/>
                </a:solidFill>
              </a:rPr>
              <a:t>HTML</a:t>
            </a:r>
            <a:endParaRPr lang="en-US" altLang="ru-RU" sz="4800">
              <a:solidFill>
                <a:schemeClr val="bg1"/>
              </a:solidFill>
            </a:endParaRPr>
          </a:p>
        </p:txBody>
      </p:sp>
      <p:pic>
        <p:nvPicPr>
          <p:cNvPr id="106" name="Замещающее содержимое 105"/>
          <p:cNvPicPr/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930390" y="1764030"/>
            <a:ext cx="4299585" cy="4473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Замещающее содержимое 2"/>
          <p:cNvSpPr/>
          <p:nvPr>
            <p:ph sz="half" idx="1"/>
          </p:nvPr>
        </p:nvSpPr>
        <p:spPr>
          <a:xfrm>
            <a:off x="647700" y="1825625"/>
            <a:ext cx="6306820" cy="4351655"/>
          </a:xfrm>
        </p:spPr>
        <p:txBody>
          <a:bodyPr>
            <a:normAutofit/>
          </a:bodyPr>
          <a:p>
            <a:pPr marL="457200" indent="-457200">
              <a:buFont typeface="Wingdings" panose="05000000000000000000" charset="0"/>
              <a:buChar char="Ø"/>
            </a:pPr>
            <a:r>
              <a:rPr lang="ru-RU" altLang="en-US">
                <a:sym typeface="+mn-ea"/>
              </a:rPr>
              <a:t>HTML </a:t>
            </a:r>
            <a:r>
              <a:rPr lang="en-US" altLang="ru-RU">
                <a:sym typeface="+mn-ea"/>
              </a:rPr>
              <a:t>ning to’liq ko’rinishi </a:t>
            </a:r>
            <a:r>
              <a:rPr lang="ru-RU" altLang="en-US">
                <a:sym typeface="+mn-ea"/>
              </a:rPr>
              <a:t>HYPERTEXT MARKUP LANGUAGE</a:t>
            </a:r>
            <a:endParaRPr lang="ru-RU" altLang="en-US">
              <a:sym typeface="+mn-ea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>
                <a:sym typeface="+mn-ea"/>
              </a:rPr>
              <a:t>Lekin bu til emas</a:t>
            </a:r>
            <a:endParaRPr lang="en-US" altLang="ru-RU">
              <a:sym typeface="+mn-ea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>
                <a:sym typeface="+mn-ea"/>
              </a:rPr>
              <a:t>Ikkita narsadan foydalaniladi: teglar va atributlar</a:t>
            </a:r>
            <a:endParaRPr lang="en-US" altLang="ru-RU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647700" y="238125"/>
            <a:ext cx="10515600" cy="1325563"/>
          </a:xfrm>
        </p:spPr>
        <p:txBody>
          <a:bodyPr>
            <a:normAutofit/>
          </a:bodyPr>
          <a:p>
            <a:r>
              <a:rPr lang="en-US" altLang="ru-RU" sz="5400" b="1">
                <a:solidFill>
                  <a:schemeClr val="bg1"/>
                </a:solidFill>
                <a:sym typeface="+mn-ea"/>
              </a:rPr>
              <a:t>Sayt tuzilishi</a:t>
            </a:r>
            <a:endParaRPr lang="en-US" altLang="ru-RU" sz="5400" b="1">
              <a:solidFill>
                <a:schemeClr val="bg1"/>
              </a:solidFill>
              <a:sym typeface="+mn-ea"/>
            </a:endParaRPr>
          </a:p>
        </p:txBody>
      </p:sp>
      <p:pic>
        <p:nvPicPr>
          <p:cNvPr id="7" name="Замещающее содержимое 6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946775" y="2139950"/>
            <a:ext cx="5390515" cy="3987165"/>
          </a:xfrm>
          <a:prstGeom prst="rect">
            <a:avLst/>
          </a:prstGeom>
        </p:spPr>
      </p:pic>
      <p:pic>
        <p:nvPicPr>
          <p:cNvPr id="102" name="Замещающее содержимое 101"/>
          <p:cNvPicPr/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93140" y="2140585"/>
            <a:ext cx="4796790" cy="39865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Замещающее содержимое 3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391410" y="2051685"/>
            <a:ext cx="7409815" cy="40716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/>
              <a:t>Kod muharriri</a:t>
            </a:r>
            <a:endParaRPr lang="en-US" altLang="ru-RU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779145" y="2211070"/>
            <a:ext cx="5454650" cy="3804920"/>
          </a:xfrm>
        </p:spPr>
        <p:txBody>
          <a:bodyPr>
            <a:normAutofit/>
          </a:bodyPr>
          <a:p>
            <a:r>
              <a:rPr lang="ru-RU" altLang="en-US"/>
              <a:t>Kod muharriri, kompyuter dasturlarini yozishda, kodlarni tahrir qilish va qayta ishlab chiqish jarayonida foydalaniladigan maxsus dastur yoki vosita hisoblanadi. </a:t>
            </a:r>
            <a:endParaRPr lang="ru-RU" altLang="en-US"/>
          </a:p>
          <a:p>
            <a:endParaRPr lang="ru-RU" altLang="en-US"/>
          </a:p>
          <a:p>
            <a:endParaRPr lang="ru-RU" altLang="en-US"/>
          </a:p>
          <a:p>
            <a:endParaRPr lang="ru-RU" altLang="en-US"/>
          </a:p>
        </p:txBody>
      </p:sp>
      <p:pic>
        <p:nvPicPr>
          <p:cNvPr id="107" name="Замещающее содержимое 106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35165" y="2211070"/>
            <a:ext cx="4665345" cy="39662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1825625"/>
            <a:ext cx="5871845" cy="4270375"/>
          </a:xfrm>
        </p:spPr>
        <p:txBody>
          <a:bodyPr>
            <a:normAutofit lnSpcReduction="10000"/>
          </a:bodyPr>
          <a:p>
            <a:r>
              <a:rPr lang="ru-RU" altLang="en-US">
                <a:sym typeface="+mn-ea"/>
              </a:rPr>
              <a:t>Kod muharriri dasturlari, murakkab dasturlar yozishda osonlik, ishga tushirish va xatolarini aniqlashda yordam beradi.  </a:t>
            </a:r>
            <a:r>
              <a:rPr lang="en-US" altLang="ru-RU">
                <a:sym typeface="+mn-ea"/>
              </a:rPr>
              <a:t>K</a:t>
            </a:r>
            <a:r>
              <a:rPr lang="ru-RU" altLang="en-US">
                <a:sym typeface="+mn-ea"/>
              </a:rPr>
              <a:t>od muharriri biror bir dastur tili uchun avtomatik </a:t>
            </a:r>
            <a:r>
              <a:rPr lang="en-US" altLang="ru-RU">
                <a:sym typeface="+mn-ea"/>
              </a:rPr>
              <a:t>ravishda </a:t>
            </a:r>
            <a:r>
              <a:rPr lang="ru-RU" altLang="en-US">
                <a:sym typeface="+mn-ea"/>
              </a:rPr>
              <a:t>b</a:t>
            </a:r>
            <a:r>
              <a:rPr lang="en-US" altLang="ru-RU">
                <a:sym typeface="+mn-ea"/>
              </a:rPr>
              <a:t>ir qancha</a:t>
            </a:r>
            <a:r>
              <a:rPr lang="ru-RU" altLang="en-US">
                <a:sym typeface="+mn-ea"/>
              </a:rPr>
              <a:t> qulayliklarni taqdim etishi mumkin.</a:t>
            </a:r>
            <a:endParaRPr lang="ru-RU" altLang="en-US"/>
          </a:p>
          <a:p>
            <a:endParaRPr lang="ru-RU" altLang="en-US"/>
          </a:p>
        </p:txBody>
      </p:sp>
      <p:pic>
        <p:nvPicPr>
          <p:cNvPr id="101" name="Замещающее содержимое 100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16115" y="1986915"/>
            <a:ext cx="4391025" cy="37134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/>
        <p:txBody>
          <a:bodyPr/>
          <a:p>
            <a:r>
              <a:rPr lang="ru-RU" altLang="en-US">
                <a:sym typeface="+mn-ea"/>
              </a:rPr>
              <a:t>Mashhur kod muharriri dasturlari odatda </a:t>
            </a:r>
            <a:r>
              <a:rPr lang="ru-RU" altLang="en-US">
                <a:solidFill>
                  <a:srgbClr val="FF0000"/>
                </a:solidFill>
                <a:sym typeface="+mn-ea"/>
              </a:rPr>
              <a:t>IntelliJ IDEA</a:t>
            </a:r>
            <a:r>
              <a:rPr lang="ru-RU" altLang="en-US">
                <a:sym typeface="+mn-ea"/>
              </a:rPr>
              <a:t>, </a:t>
            </a:r>
            <a:r>
              <a:rPr lang="ru-RU" altLang="en-US">
                <a:solidFill>
                  <a:srgbClr val="FF0000"/>
                </a:solidFill>
                <a:sym typeface="+mn-ea"/>
              </a:rPr>
              <a:t>Visual Studio Code, PyCharm, Eclipse, Sublime Text, Atom, Notepad++, Vim </a:t>
            </a:r>
            <a:r>
              <a:rPr lang="ru-RU" altLang="en-US">
                <a:sym typeface="+mn-ea"/>
              </a:rPr>
              <a:t>va </a:t>
            </a:r>
            <a:r>
              <a:rPr lang="ru-RU" altLang="en-US">
                <a:solidFill>
                  <a:srgbClr val="FF0000"/>
                </a:solidFill>
                <a:sym typeface="+mn-ea"/>
              </a:rPr>
              <a:t>Emacs </a:t>
            </a:r>
            <a:r>
              <a:rPr lang="ru-RU" altLang="en-US">
                <a:sym typeface="+mn-ea"/>
              </a:rPr>
              <a:t>kabi dasturlar hisoblanadi. </a:t>
            </a:r>
            <a:endParaRPr lang="ru-RU" altLang="en-US"/>
          </a:p>
          <a:p>
            <a:endParaRPr lang="ru-RU" altLang="en-US"/>
          </a:p>
        </p:txBody>
      </p:sp>
      <p:pic>
        <p:nvPicPr>
          <p:cNvPr id="100" name="Замещающее содержимое 99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29300" y="1825625"/>
            <a:ext cx="5718810" cy="39458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103" name="Замещающее содержимое 102"/>
          <p:cNvPicPr/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700" y="1825625"/>
            <a:ext cx="5342255" cy="43516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/>
              <a:t>Visual Studio Code</a:t>
            </a:r>
            <a:endParaRPr lang="en-US" altLang="ru-RU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1384300"/>
            <a:ext cx="5100320" cy="3753485"/>
          </a:xfrm>
        </p:spPr>
        <p:txBody>
          <a:bodyPr>
            <a:normAutofit fontScale="80000"/>
          </a:bodyPr>
          <a:p>
            <a:r>
              <a:rPr lang="en-US" altLang="ru-RU"/>
              <a:t>    </a:t>
            </a:r>
            <a:r>
              <a:rPr lang="ru-RU" altLang="en-US"/>
              <a:t>Visual Studio Code (VS Code), Microsoft tomonidan ishlab chiqilgan, ochiq manbali, yengil, ko'p funktsiyali kod muharriri dasturidir. U yuqori darajada kengaygan dasturlash tillarini (masalan, JavaScript, Python, C++, HTML, CSS va boshqalar) qo'llab-quvvatlayd</a:t>
            </a:r>
            <a:r>
              <a:rPr lang="en-US" altLang="ru-RU"/>
              <a:t>i</a:t>
            </a:r>
            <a:endParaRPr lang="en-US" altLang="ru-RU"/>
          </a:p>
        </p:txBody>
      </p:sp>
      <p:pic>
        <p:nvPicPr>
          <p:cNvPr id="104" name="Замещающее содержимое 103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60185" y="1085215"/>
            <a:ext cx="5181600" cy="43516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05" name="Замещающее содержимое 104"/>
          <p:cNvPicPr/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5445" y="1584325"/>
            <a:ext cx="8881110" cy="46951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Заголовок 3"/>
          <p:cNvSpPr/>
          <p:nvPr>
            <p:ph type="title"/>
          </p:nvPr>
        </p:nvSpPr>
        <p:spPr>
          <a:xfrm>
            <a:off x="3085465" y="258445"/>
            <a:ext cx="6021705" cy="1325880"/>
          </a:xfrm>
        </p:spPr>
        <p:txBody>
          <a:bodyPr/>
          <a:p>
            <a:r>
              <a:rPr lang="en-US" altLang="ru-RU"/>
              <a:t>O’rnatamiz va sozlaymiz</a:t>
            </a:r>
            <a:endParaRPr lang="en-US" alt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ru-RU" b="1"/>
              <a:t>code.visual.com</a:t>
            </a:r>
            <a:r>
              <a:rPr lang="en-US" altLang="ru-RU"/>
              <a:t> saytiga kirib, </a:t>
            </a:r>
            <a:r>
              <a:rPr lang="en-US" altLang="ru-RU" b="1"/>
              <a:t>Download </a:t>
            </a:r>
            <a:r>
              <a:rPr lang="en-US" altLang="ru-RU"/>
              <a:t>qilamiz</a:t>
            </a:r>
            <a:endParaRPr lang="en-US" altLang="ru-RU"/>
          </a:p>
        </p:txBody>
      </p:sp>
      <p:pic>
        <p:nvPicPr>
          <p:cNvPr id="6" name="Замещающее содержимое 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62025" y="1400175"/>
            <a:ext cx="9886950" cy="5202555"/>
          </a:xfrm>
          <a:prstGeom prst="rect">
            <a:avLst/>
          </a:prstGeom>
        </p:spPr>
      </p:pic>
      <p:sp>
        <p:nvSpPr>
          <p:cNvPr id="8" name="Замещающее содержимое 7"/>
          <p:cNvSpPr/>
          <p:nvPr>
            <p:ph sz="half"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2990" y="5450840"/>
            <a:ext cx="10515600" cy="1325563"/>
          </a:xfrm>
        </p:spPr>
        <p:txBody>
          <a:bodyPr/>
          <a:p>
            <a:r>
              <a:rPr lang="en-US" altLang="ru-RU"/>
              <a:t>Qurilmamizni tanlaymiz va yuklab olamiz</a:t>
            </a:r>
            <a:endParaRPr lang="en-US" altLang="ru-RU"/>
          </a:p>
        </p:txBody>
      </p:sp>
      <p:pic>
        <p:nvPicPr>
          <p:cNvPr id="7" name="Замещающее содержимое 6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31265" y="201930"/>
            <a:ext cx="9730105" cy="51682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829945" y="2667635"/>
            <a:ext cx="6164580" cy="3246120"/>
          </a:xfrm>
        </p:spPr>
        <p:txBody>
          <a:bodyPr/>
          <a:p>
            <a:r>
              <a:rPr lang="en-US" altLang="ru-RU" sz="4800" b="1"/>
              <a:t>Vs Code ni o’rnatishni yakunlash</a:t>
            </a:r>
            <a:endParaRPr lang="en-US" altLang="ru-RU" sz="4800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1692</Words>
  <Application>WPS Presentation</Application>
  <PresentationFormat>宽屏</PresentationFormat>
  <Paragraphs>53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SimSun</vt:lpstr>
      <vt:lpstr>Wingdings</vt:lpstr>
      <vt:lpstr>Calibri Light</vt:lpstr>
      <vt:lpstr>Wingdings</vt:lpstr>
      <vt:lpstr>Microsoft YaHei</vt:lpstr>
      <vt:lpstr>Arial Unicode MS</vt:lpstr>
      <vt:lpstr>Calibri</vt:lpstr>
      <vt:lpstr>Office Theme</vt:lpstr>
      <vt:lpstr>Kirish (visual studioni ulash)</vt:lpstr>
      <vt:lpstr>Reja:</vt:lpstr>
      <vt:lpstr>Frontend</vt:lpstr>
      <vt:lpstr>Har bir sayt 2 qismdan tashkil topgan</vt:lpstr>
      <vt:lpstr>PowerPoint 演示文稿</vt:lpstr>
      <vt:lpstr>PowerPoint 演示文稿</vt:lpstr>
      <vt:lpstr>Sayt tuzilishi</vt:lpstr>
      <vt:lpstr>PowerPoint 演示文稿</vt:lpstr>
      <vt:lpstr>Kod muharriri</vt:lpstr>
      <vt:lpstr>PowerPoint 演示文稿</vt:lpstr>
      <vt:lpstr>PowerPoint 演示文稿</vt:lpstr>
      <vt:lpstr>PowerPoint 演示文稿</vt:lpstr>
      <vt:lpstr>Visual Studio Code</vt:lpstr>
      <vt:lpstr>O’rnatamiz va sozlaymiz</vt:lpstr>
      <vt:lpstr>code.visual.com saytiga kirib, Download qilamiz</vt:lpstr>
      <vt:lpstr>Qurilmamizni tanlaymiz va yuklab olamiz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Nurmuhammad Ikromov</cp:lastModifiedBy>
  <cp:revision>7</cp:revision>
  <dcterms:created xsi:type="dcterms:W3CDTF">2023-08-17T08:58:00Z</dcterms:created>
  <dcterms:modified xsi:type="dcterms:W3CDTF">2023-09-07T07:15:11Z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1049-11.2.0.11537</vt:lpwstr>
  </property>
  <property fmtid="{D5CDD505-2E9C-101B-9397-08002B2CF9AE}" pid="3" name="ICV">
    <vt:lpwstr>80FEB0ADB33C4C3D979E6E81D82812E6</vt:lpwstr>
  </property>
</Properties>
</file>