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3"/>
    <p:sldId id="257" r:id="rId4"/>
    <p:sldId id="276" r:id="rId5"/>
    <p:sldId id="277" r:id="rId6"/>
    <p:sldId id="280" r:id="rId7"/>
    <p:sldId id="281" r:id="rId8"/>
    <p:sldId id="278" r:id="rId9"/>
    <p:sldId id="279" r:id="rId10"/>
    <p:sldId id="282" r:id="rId11"/>
    <p:sldId id="283" r:id="rId12"/>
    <p:sldId id="284" r:id="rId13"/>
    <p:sldId id="263" r:id="rId14"/>
    <p:sldId id="265" r:id="rId1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jpe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jakearchibald.github.io/svgomg/" TargetMode="External"/><Relationship Id="rId3" Type="http://schemas.openxmlformats.org/officeDocument/2006/relationships/hyperlink" Target="https://tinypng.com/" TargetMode="External"/><Relationship Id="rId2" Type="http://schemas.openxmlformats.org/officeDocument/2006/relationships/hyperlink" Target="https://squoosh.app/%20" TargetMode="Externa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codepen.io/freeCodeCamp/full/zNqgVx" TargetMode="Externa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53847"/>
            <a:ext cx="9144000" cy="2187001"/>
          </a:xfrm>
        </p:spPr>
        <p:txBody>
          <a:bodyPr>
            <a:normAutofit fontScale="90000"/>
          </a:bodyPr>
          <a:lstStyle/>
          <a:p>
            <a:r>
              <a:rPr lang="en-US" b="1">
                <a:sym typeface="+mn-ea"/>
              </a:rPr>
              <a:t>Rasm formatlari va optimallashtirish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1607820"/>
            <a:ext cx="10515600" cy="1325563"/>
          </a:xfrm>
        </p:spPr>
        <p:txBody>
          <a:bodyPr/>
          <a:p>
            <a:r>
              <a:rPr lang="en-US" altLang="ru-RU"/>
              <a:t>Reja:</a:t>
            </a:r>
            <a:endParaRPr lang="en-US" altLang="ru-RU"/>
          </a:p>
        </p:txBody>
      </p:sp>
      <p:sp>
        <p:nvSpPr>
          <p:cNvPr id="3" name="Замещающее содержимое 2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4" name="Замещающее содержимое 4"/>
          <p:cNvSpPr/>
          <p:nvPr/>
        </p:nvSpPr>
        <p:spPr>
          <a:xfrm>
            <a:off x="647700" y="2698115"/>
            <a:ext cx="10515600" cy="347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8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JPG rasm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PNG rasm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SVG rasm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Rasmlarni optimallashtirish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Rasm formatlari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810260" y="1930400"/>
            <a:ext cx="9360535" cy="3171825"/>
          </a:xfrm>
        </p:spPr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 sz="3200"/>
              <a:t>Rasmning asosan 3 xil formatidan foydalanamiz:</a:t>
            </a:r>
            <a:endParaRPr lang="en-US" altLang="ru-RU" sz="32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JPG 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PNG 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SVG</a:t>
            </a:r>
            <a:endParaRPr lang="en-US" alt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5000">
              <a:srgbClr val="D6E6F5">
                <a:alpha val="100000"/>
              </a:srgbClr>
            </a:gs>
            <a:gs pos="17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JPG rasm</a:t>
            </a:r>
            <a:endParaRPr lang="en-US" altLang="ru-RU" b="1"/>
          </a:p>
        </p:txBody>
      </p:sp>
      <p:sp>
        <p:nvSpPr>
          <p:cNvPr id="4" name="Text Box 3"/>
          <p:cNvSpPr txBox="1"/>
          <p:nvPr/>
        </p:nvSpPr>
        <p:spPr>
          <a:xfrm>
            <a:off x="1026160" y="2890520"/>
            <a:ext cx="538035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3200"/>
              <a:t>JPG rasmning orqa foni oq, to’rtburchak shaklda bo’ladi.</a:t>
            </a:r>
            <a:endParaRPr lang="en-US" altLang="ru-RU" sz="3200"/>
          </a:p>
        </p:txBody>
      </p:sp>
      <p:pic>
        <p:nvPicPr>
          <p:cNvPr id="7" name="Content Placeholder 2" descr="website-illustratio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67120" y="2336800"/>
            <a:ext cx="4688205" cy="2987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5000">
              <a:srgbClr val="D6E6F5">
                <a:alpha val="100000"/>
              </a:srgbClr>
            </a:gs>
            <a:gs pos="17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PNG rasm</a:t>
            </a:r>
            <a:endParaRPr lang="en-US" altLang="ru-RU" b="1"/>
          </a:p>
        </p:txBody>
      </p:sp>
      <p:sp>
        <p:nvSpPr>
          <p:cNvPr id="4" name="Text Box 3"/>
          <p:cNvSpPr txBox="1"/>
          <p:nvPr/>
        </p:nvSpPr>
        <p:spPr>
          <a:xfrm>
            <a:off x="1026160" y="2890520"/>
            <a:ext cx="454914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3200"/>
              <a:t>PNG rasmning orqa foni shaffof bo’ladi.</a:t>
            </a:r>
            <a:endParaRPr lang="en-US" altLang="ru-RU" sz="3200"/>
          </a:p>
        </p:txBody>
      </p:sp>
      <p:pic>
        <p:nvPicPr>
          <p:cNvPr id="5" name="Content Placeholder 4" descr="website-illustratio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79490" y="2344420"/>
            <a:ext cx="4745990" cy="30251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5000">
              <a:srgbClr val="D6E6F5">
                <a:alpha val="100000"/>
              </a:srgbClr>
            </a:gs>
            <a:gs pos="17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SVG rasm</a:t>
            </a:r>
            <a:endParaRPr lang="en-US" altLang="ru-RU" b="1"/>
          </a:p>
        </p:txBody>
      </p:sp>
      <p:sp>
        <p:nvSpPr>
          <p:cNvPr id="4" name="Text Box 3"/>
          <p:cNvSpPr txBox="1"/>
          <p:nvPr/>
        </p:nvSpPr>
        <p:spPr>
          <a:xfrm>
            <a:off x="1026160" y="2890520"/>
            <a:ext cx="494220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3200"/>
              <a:t>SVG rasmning ham orqa foni shaffof, lekin PNG rasmga nisbatan juda tiniq bo’ladi.</a:t>
            </a:r>
            <a:endParaRPr lang="en-US" altLang="ru-RU" sz="3200"/>
          </a:p>
        </p:txBody>
      </p:sp>
      <p:pic>
        <p:nvPicPr>
          <p:cNvPr id="3" name="Picture 2" descr="website-illustratio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7285" y="2200275"/>
            <a:ext cx="4625975" cy="29489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5000">
              <a:srgbClr val="D6E6F5"/>
            </a:gs>
            <a:gs pos="17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Content Placeholder 3" descr="bot-illustration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73100" y="2090420"/>
            <a:ext cx="3064510" cy="1778635"/>
          </a:xfrm>
          <a:prstGeom prst="rect">
            <a:avLst/>
          </a:prstGeom>
        </p:spPr>
      </p:pic>
      <p:pic>
        <p:nvPicPr>
          <p:cNvPr id="7" name="Content Placeholder 6" descr="bot-illustration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56430" y="2032000"/>
            <a:ext cx="3178175" cy="1844675"/>
          </a:xfrm>
          <a:prstGeom prst="rect">
            <a:avLst/>
          </a:prstGeom>
        </p:spPr>
      </p:pic>
      <p:pic>
        <p:nvPicPr>
          <p:cNvPr id="9" name="Picture 8" descr="bot-illustratio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7530" y="2090420"/>
            <a:ext cx="3077845" cy="178625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1788795" y="4681220"/>
            <a:ext cx="1087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/>
              <a:t>JPG</a:t>
            </a:r>
            <a:r>
              <a:rPr lang="en-US" altLang="ru-RU"/>
              <a:t> </a:t>
            </a:r>
            <a:endParaRPr lang="en-US" altLang="ru-RU"/>
          </a:p>
        </p:txBody>
      </p:sp>
      <p:sp>
        <p:nvSpPr>
          <p:cNvPr id="11" name="Text Box 10"/>
          <p:cNvSpPr txBox="1"/>
          <p:nvPr/>
        </p:nvSpPr>
        <p:spPr>
          <a:xfrm>
            <a:off x="5640070" y="4681220"/>
            <a:ext cx="9118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/>
              <a:t>PNG </a:t>
            </a:r>
            <a:endParaRPr lang="en-US" altLang="ru-RU" sz="2800"/>
          </a:p>
        </p:txBody>
      </p:sp>
      <p:sp>
        <p:nvSpPr>
          <p:cNvPr id="12" name="Text Box 11"/>
          <p:cNvSpPr txBox="1"/>
          <p:nvPr/>
        </p:nvSpPr>
        <p:spPr>
          <a:xfrm>
            <a:off x="9315450" y="4681220"/>
            <a:ext cx="1051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/>
              <a:t>SVG </a:t>
            </a:r>
            <a:endParaRPr lang="en-US" altLang="ru-RU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sz="half" idx="1"/>
          </p:nvPr>
        </p:nvSpPr>
        <p:spPr>
          <a:xfrm>
            <a:off x="647700" y="2523490"/>
            <a:ext cx="5181600" cy="3509645"/>
          </a:xfrm>
        </p:spPr>
        <p:txBody>
          <a:bodyPr/>
          <a:p>
            <a:r>
              <a:rPr lang="en-US" altLang="ru-RU"/>
              <a:t>Agar saytimizda ko’p rasm bo’lsa, saytimiz rasmlarni yuklaguncha ancha vaqt ketishi mumkin. </a:t>
            </a:r>
            <a:endParaRPr lang="en-US" altLang="ru-RU"/>
          </a:p>
          <a:p>
            <a:r>
              <a:rPr lang="en-US" altLang="ru-RU"/>
              <a:t>Bunda sayt shunchaki “portlaydi”.</a:t>
            </a:r>
            <a:endParaRPr lang="en-US" altLang="ru-RU"/>
          </a:p>
        </p:txBody>
      </p:sp>
      <p:pic>
        <p:nvPicPr>
          <p:cNvPr id="103" name="Content Placeholder 102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1700" y="2102485"/>
            <a:ext cx="5181600" cy="43516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itle 5"/>
          <p:cNvSpPr/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065" y="0"/>
            <a:ext cx="10515600" cy="1325563"/>
          </a:xfrm>
        </p:spPr>
        <p:txBody>
          <a:bodyPr/>
          <a:p>
            <a:r>
              <a:rPr lang="en-US" altLang="ru-RU" b="1"/>
              <a:t>	Xo’sh, unda nima qilish kerak?</a:t>
            </a:r>
            <a:endParaRPr lang="en-US" altLang="ru-RU" b="1"/>
          </a:p>
        </p:txBody>
      </p:sp>
      <p:sp>
        <p:nvSpPr>
          <p:cNvPr id="4" name="Content Placeholder 3"/>
          <p:cNvSpPr/>
          <p:nvPr>
            <p:ph idx="1"/>
          </p:nvPr>
        </p:nvSpPr>
        <p:spPr>
          <a:xfrm>
            <a:off x="1432560" y="2263775"/>
            <a:ext cx="9730105" cy="3531870"/>
          </a:xfrm>
        </p:spPr>
        <p:txBody>
          <a:bodyPr>
            <a:normAutofit lnSpcReduction="10000"/>
          </a:bodyPr>
          <a:p>
            <a:r>
              <a:rPr lang="en-US" altLang="ru-RU"/>
              <a:t>	</a:t>
            </a:r>
            <a:r>
              <a:rPr lang="en-US" altLang="ru-RU" sz="3200"/>
              <a:t>Bunday hollarda, rasmning sifatini deyarli tushirmagan holda, uning hajmini kamaytirish talab etiladi. Bu rasmni </a:t>
            </a:r>
            <a:r>
              <a:rPr lang="en-US" altLang="ru-RU" sz="3200">
                <a:solidFill>
                  <a:srgbClr val="FF0000"/>
                </a:solidFill>
              </a:rPr>
              <a:t>optimallashtirish </a:t>
            </a:r>
            <a:r>
              <a:rPr lang="en-US" altLang="ru-RU" sz="3200"/>
              <a:t>deyiladi.</a:t>
            </a:r>
            <a:endParaRPr lang="en-US" altLang="ru-RU" sz="3200"/>
          </a:p>
          <a:p>
            <a:r>
              <a:rPr lang="en-US" altLang="ru-RU" sz="3200"/>
              <a:t>	Optimallashtirilgan rasm va original rasm o’rtasidagi farq deyarli sezilmaydi.</a:t>
            </a:r>
            <a:endParaRPr lang="en-US" altLang="ru-RU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Farq deyarli sezilmaydi!</a:t>
            </a:r>
            <a:endParaRPr lang="en-US" altLang="ru-RU" b="1"/>
          </a:p>
        </p:txBody>
      </p:sp>
      <p:pic>
        <p:nvPicPr>
          <p:cNvPr id="5" name="Content Placeholder 4" descr="optimal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75055" y="2273935"/>
            <a:ext cx="3946525" cy="2630170"/>
          </a:xfrm>
          <a:prstGeom prst="rect">
            <a:avLst/>
          </a:prstGeom>
        </p:spPr>
      </p:pic>
      <p:pic>
        <p:nvPicPr>
          <p:cNvPr id="6" name="Content Placeholder 5" descr="optimal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218680" y="2274570"/>
            <a:ext cx="3944620" cy="26295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303655" y="5269865"/>
            <a:ext cx="37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/>
              <a:t>Original rasm</a:t>
            </a:r>
            <a:endParaRPr lang="en-US" altLang="ru-RU"/>
          </a:p>
          <a:p>
            <a:r>
              <a:rPr lang="en-US" altLang="ru-RU"/>
              <a:t>O’lchami: 1,057 KB</a:t>
            </a:r>
            <a:endParaRPr lang="en-US" altLang="ru-RU"/>
          </a:p>
        </p:txBody>
      </p:sp>
      <p:sp>
        <p:nvSpPr>
          <p:cNvPr id="8" name="Text Box 7"/>
          <p:cNvSpPr txBox="1"/>
          <p:nvPr/>
        </p:nvSpPr>
        <p:spPr>
          <a:xfrm>
            <a:off x="7365365" y="5269865"/>
            <a:ext cx="3937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/>
              <a:t>Optimallashtirilgan rasm</a:t>
            </a:r>
            <a:endParaRPr lang="en-US" altLang="ru-RU"/>
          </a:p>
          <a:p>
            <a:r>
              <a:rPr lang="en-US" altLang="ru-RU"/>
              <a:t>O’lchami: 415 KB</a:t>
            </a:r>
            <a:endParaRPr lang="en-US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7" grpId="1"/>
      <p:bldP spid="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Optimallashtirish uchun saytlar</a:t>
            </a:r>
            <a:endParaRPr lang="en-US" altLang="ru-RU" b="1"/>
          </a:p>
        </p:txBody>
      </p:sp>
      <p:sp>
        <p:nvSpPr>
          <p:cNvPr id="4" name="Content Placeholder 3"/>
          <p:cNvSpPr/>
          <p:nvPr>
            <p:ph idx="1"/>
          </p:nvPr>
        </p:nvSpPr>
        <p:spPr>
          <a:xfrm>
            <a:off x="838200" y="2230120"/>
            <a:ext cx="10515600" cy="3567430"/>
          </a:xfrm>
        </p:spPr>
        <p:txBody>
          <a:bodyPr/>
          <a:p>
            <a:pPr marL="457200" indent="-457200">
              <a:buFont typeface="Wingdings" panose="05000000000000000000" charset="0"/>
              <a:buChar char="v"/>
            </a:pPr>
            <a:r>
              <a:rPr lang="ru-RU" altLang="en-US">
                <a:hlinkClick r:id="rId2" action="ppaction://hlinkfile"/>
              </a:rPr>
              <a:t>https://squoosh.app/ </a:t>
            </a:r>
            <a:r>
              <a:rPr lang="en-US" altLang="ru-RU"/>
              <a:t> - Bu saytda JPG va PNG rasmlarni optimallashtirish va boshqa formatga o’tkazish mumkin.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>
                <a:hlinkClick r:id="rId3" action="ppaction://hlinkfile"/>
              </a:rPr>
              <a:t>https://tinypng.com/</a:t>
            </a:r>
            <a:r>
              <a:rPr lang="en-US" altLang="ru-RU"/>
              <a:t> -  Bu saytda  bir urinishda 20 tagacha </a:t>
            </a:r>
            <a:r>
              <a:rPr lang="en-US" altLang="ru-RU">
                <a:sym typeface="+mn-ea"/>
              </a:rPr>
              <a:t>PNG rasmlarni optimallashtirish mumkin.</a:t>
            </a:r>
            <a:endParaRPr lang="en-US" altLang="ru-RU">
              <a:sym typeface="+mn-ea"/>
            </a:endParaRPr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>
                <a:hlinkClick r:id="rId4" action="ppaction://hlinkfile"/>
              </a:rPr>
              <a:t>https://jakearchibald.github.io/svgomg/</a:t>
            </a:r>
            <a:r>
              <a:rPr lang="en-US" altLang="ru-RU"/>
              <a:t> - Bu sayt oqali SVG formatdagi rasmlarni optimallashtirish mumkin.</a:t>
            </a:r>
            <a:endParaRPr lang="en-US" alt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47700" y="2690495"/>
            <a:ext cx="6578600" cy="1477645"/>
          </a:xfrm>
        </p:spPr>
        <p:txBody>
          <a:bodyPr>
            <a:normAutofit/>
          </a:bodyPr>
          <a:p>
            <a:pPr marL="514350" indent="-514350">
              <a:buAutoNum type="arabicPeriod"/>
            </a:pPr>
            <a:r>
              <a:rPr lang="en-US" altLang="ru-RU">
                <a:sym typeface="+mn-ea"/>
                <a:hlinkClick r:id="rId2" action="ppaction://hlinkfile"/>
              </a:rPr>
              <a:t>Ushbu </a:t>
            </a:r>
            <a:r>
              <a:rPr lang="en-US" altLang="ru-RU">
                <a:sym typeface="+mn-ea"/>
              </a:rPr>
              <a:t>maketni yasash</a:t>
            </a:r>
            <a:endParaRPr lang="en-US" altLang="ru-RU"/>
          </a:p>
          <a:p>
            <a:pPr marL="514350" indent="-514350">
              <a:buAutoNum type="arabicPeriod"/>
            </a:pPr>
            <a:r>
              <a:rPr lang="en-US" altLang="ru-RU"/>
              <a:t>9 ta (3ta jpg, 3ta png, 3ta svg) rasmlarni optimizatsiya qilish</a:t>
            </a:r>
            <a:endParaRPr lang="en-US" altLang="ru-RU"/>
          </a:p>
          <a:p>
            <a:pPr marL="514350" indent="-514350"/>
            <a:endParaRPr lang="en-US" altLang="ru-RU"/>
          </a:p>
          <a:p>
            <a:endParaRPr lang="en-US" alt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1281</Words>
  <Application>WPS Presentation</Application>
  <PresentationFormat>宽屏</PresentationFormat>
  <Paragraphs>61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Calibri Light</vt:lpstr>
      <vt:lpstr>Wingdings</vt:lpstr>
      <vt:lpstr>Microsoft YaHei</vt:lpstr>
      <vt:lpstr>Arial Unicode MS</vt:lpstr>
      <vt:lpstr>Calibri</vt:lpstr>
      <vt:lpstr>Office Theme</vt:lpstr>
      <vt:lpstr>&lt;img&gt; tegi</vt:lpstr>
      <vt:lpstr>Reja:</vt:lpstr>
      <vt:lpstr>	Rasm formatlari</vt:lpstr>
      <vt:lpstr>	JPG rasm</vt:lpstr>
      <vt:lpstr>	PNG rasm</vt:lpstr>
      <vt:lpstr>	SVG rasm</vt:lpstr>
      <vt:lpstr>PowerPoint 演示文稿</vt:lpstr>
      <vt:lpstr>PowerPoint 演示文稿</vt:lpstr>
      <vt:lpstr>	Xo’sh, unda nima qilish kerak?</vt:lpstr>
      <vt:lpstr>	Farq deyarli sezilmaydi!</vt:lpstr>
      <vt:lpstr>	Optimallashtirish uchun saytlar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Swift 3</cp:lastModifiedBy>
  <cp:revision>6</cp:revision>
  <dcterms:created xsi:type="dcterms:W3CDTF">2023-08-17T08:58:00Z</dcterms:created>
  <dcterms:modified xsi:type="dcterms:W3CDTF">2023-09-18T05:11:31Z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1049-12.2.0.13215</vt:lpwstr>
  </property>
  <property fmtid="{D5CDD505-2E9C-101B-9397-08002B2CF9AE}" pid="3" name="ICV">
    <vt:lpwstr>26BAE5126D994C6F81EAF2F295717991</vt:lpwstr>
  </property>
</Properties>
</file>