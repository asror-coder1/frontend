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6" r:id="rId3"/>
    <p:sldId id="257" r:id="rId4"/>
    <p:sldId id="258" r:id="rId5"/>
    <p:sldId id="260" r:id="rId6"/>
    <p:sldId id="259" r:id="rId7"/>
    <p:sldId id="274" r:id="rId8"/>
    <p:sldId id="276" r:id="rId9"/>
    <p:sldId id="264" r:id="rId10"/>
    <p:sldId id="273" r:id="rId11"/>
    <p:sldId id="275" r:id="rId12"/>
    <p:sldId id="277" r:id="rId13"/>
    <p:sldId id="278" r:id="rId14"/>
    <p:sldId id="266" r:id="rId15"/>
    <p:sldId id="263" r:id="rId16"/>
    <p:sldId id="265" r:id="rId17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handoutMaster" Target="handoutMasters/handoutMaster1.xml"/><Relationship Id="rId18" Type="http://schemas.openxmlformats.org/officeDocument/2006/relationships/notesMaster" Target="notesMasters/notesMaster1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4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5.png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6.png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6.png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8.jpeg"/><Relationship Id="rId1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/>
              <a:t>&lt;ul&gt; va &lt;ol&gt;</a:t>
            </a:r>
            <a:endParaRPr lang="en-US" b="1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7700" y="1384300"/>
            <a:ext cx="10515600" cy="1325563"/>
          </a:xfrm>
        </p:spPr>
        <p:txBody>
          <a:bodyPr/>
          <a:p>
            <a:r>
              <a:rPr lang="en-US" altLang="ru-RU"/>
              <a:t>Reja:</a:t>
            </a:r>
            <a:endParaRPr lang="en-US" altLang="ru-RU"/>
          </a:p>
        </p:txBody>
      </p:sp>
      <p:sp>
        <p:nvSpPr>
          <p:cNvPr id="5" name="Замещающее содержимое 4"/>
          <p:cNvSpPr/>
          <p:nvPr>
            <p:ph idx="1"/>
          </p:nvPr>
        </p:nvSpPr>
        <p:spPr>
          <a:xfrm>
            <a:off x="647700" y="2710180"/>
            <a:ext cx="10515600" cy="3467100"/>
          </a:xfrm>
        </p:spPr>
        <p:txBody>
          <a:bodyPr/>
          <a:p>
            <a:pPr marL="457200" indent="-457200">
              <a:buFont typeface="Wingdings" panose="05000000000000000000" charset="0"/>
              <a:buChar char="Ø"/>
            </a:pPr>
            <a:r>
              <a:rPr lang="en-US" altLang="ru-RU"/>
              <a:t>List haqida tushuncha</a:t>
            </a:r>
            <a:endParaRPr lang="en-US" altLang="ru-RU"/>
          </a:p>
          <a:p>
            <a:pPr marL="457200" indent="-457200">
              <a:buFont typeface="Wingdings" panose="05000000000000000000" charset="0"/>
              <a:buChar char="Ø"/>
            </a:pPr>
            <a:r>
              <a:rPr lang="en-US" altLang="ru-RU"/>
              <a:t>&lt;ul&gt; tegi</a:t>
            </a:r>
            <a:endParaRPr lang="en-US" altLang="ru-RU"/>
          </a:p>
          <a:p>
            <a:pPr marL="457200" indent="-457200">
              <a:buFont typeface="Wingdings" panose="05000000000000000000" charset="0"/>
              <a:buChar char="Ø"/>
            </a:pPr>
            <a:r>
              <a:rPr lang="en-US" altLang="ru-RU"/>
              <a:t>&lt;ol&gt; tegi</a:t>
            </a:r>
            <a:endParaRPr lang="en-US" altLang="ru-RU"/>
          </a:p>
          <a:p>
            <a:pPr marL="457200" indent="-457200">
              <a:buFont typeface="Wingdings" panose="05000000000000000000" charset="0"/>
              <a:buChar char="Ø"/>
            </a:pPr>
            <a:r>
              <a:rPr lang="en-US" altLang="ru-RU"/>
              <a:t>Mashqlar</a:t>
            </a:r>
            <a:endParaRPr lang="en-US" alt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 b="1"/>
              <a:t>List nima?</a:t>
            </a:r>
            <a:endParaRPr lang="en-US" altLang="ru-RU" b="1"/>
          </a:p>
        </p:txBody>
      </p:sp>
      <p:sp>
        <p:nvSpPr>
          <p:cNvPr id="5" name="Замещающее содержимое 4"/>
          <p:cNvSpPr/>
          <p:nvPr>
            <p:ph sz="half" idx="1"/>
          </p:nvPr>
        </p:nvSpPr>
        <p:spPr>
          <a:xfrm>
            <a:off x="647700" y="2992120"/>
            <a:ext cx="5181600" cy="2363470"/>
          </a:xfrm>
        </p:spPr>
        <p:txBody>
          <a:bodyPr/>
          <a:p>
            <a:r>
              <a:rPr lang="en-US" altLang="ru-RU">
                <a:solidFill>
                  <a:srgbClr val="FF0000"/>
                </a:solidFill>
              </a:rPr>
              <a:t>List </a:t>
            </a:r>
            <a:r>
              <a:rPr lang="en-US" altLang="ru-RU"/>
              <a:t>(ro’yxat) - bir turga oid elementlar to’plami</a:t>
            </a:r>
            <a:endParaRPr lang="en-US" altLang="ru-RU"/>
          </a:p>
        </p:txBody>
      </p:sp>
      <p:pic>
        <p:nvPicPr>
          <p:cNvPr id="103" name="Content Placeholder 102"/>
          <p:cNvPicPr/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981700" y="2078990"/>
            <a:ext cx="5181600" cy="435165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5" name="Замещающее содержимое 4"/>
          <p:cNvSpPr/>
          <p:nvPr>
            <p:ph idx="1"/>
          </p:nvPr>
        </p:nvSpPr>
        <p:spPr>
          <a:xfrm>
            <a:off x="1184910" y="2677795"/>
            <a:ext cx="5586730" cy="2830195"/>
          </a:xfrm>
        </p:spPr>
        <p:txBody>
          <a:bodyPr/>
          <a:p>
            <a:r>
              <a:rPr lang="en-US" altLang="ru-RU"/>
              <a:t>Ro’yxatlar 2 xil bo’lishi mumkin:</a:t>
            </a:r>
            <a:endParaRPr lang="en-US" altLang="ru-RU"/>
          </a:p>
          <a:p>
            <a:pPr marL="457200" indent="-457200">
              <a:buFont typeface="Wingdings" panose="05000000000000000000" charset="0"/>
              <a:buChar char="v"/>
            </a:pPr>
            <a:r>
              <a:rPr lang="en-US" altLang="ru-RU"/>
              <a:t>Tartiblanmagan ro’yxat</a:t>
            </a:r>
            <a:endParaRPr lang="en-US" altLang="ru-RU"/>
          </a:p>
          <a:p>
            <a:pPr marL="457200" indent="-457200">
              <a:buFont typeface="Wingdings" panose="05000000000000000000" charset="0"/>
              <a:buChar char="v"/>
            </a:pPr>
            <a:r>
              <a:rPr lang="en-US" altLang="ru-RU"/>
              <a:t>Tartiblangan ro’yxat</a:t>
            </a:r>
            <a:endParaRPr lang="en-US" alt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576580" y="0"/>
            <a:ext cx="10515600" cy="1325563"/>
          </a:xfrm>
        </p:spPr>
        <p:txBody>
          <a:bodyPr/>
          <a:p>
            <a:r>
              <a:rPr lang="en-US" altLang="ru-RU">
                <a:solidFill>
                  <a:schemeClr val="bg1"/>
                </a:solidFill>
              </a:rPr>
              <a:t>	Tartiblangan va tartiblanmagan ro’yxat</a:t>
            </a:r>
            <a:endParaRPr lang="en-US" altLang="ru-RU">
              <a:solidFill>
                <a:schemeClr val="bg1"/>
              </a:solidFill>
            </a:endParaRPr>
          </a:p>
        </p:txBody>
      </p:sp>
      <p:pic>
        <p:nvPicPr>
          <p:cNvPr id="3" name="Content Placeholder 2"/>
          <p:cNvPicPr>
            <a:picLocks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144905" y="1877695"/>
            <a:ext cx="4114165" cy="2777490"/>
          </a:xfrm>
          <a:prstGeom prst="rect">
            <a:avLst/>
          </a:prstGeom>
        </p:spPr>
      </p:pic>
      <p:pic>
        <p:nvPicPr>
          <p:cNvPr id="4" name="Content Placeholder 3"/>
          <p:cNvPicPr>
            <a:picLocks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971030" y="1870710"/>
            <a:ext cx="4192270" cy="277749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1511300" y="4948555"/>
            <a:ext cx="40468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2000"/>
              <a:t>Tartiblanmagan ro’yxat</a:t>
            </a:r>
            <a:endParaRPr lang="en-US" altLang="ru-RU" sz="2000"/>
          </a:p>
        </p:txBody>
      </p:sp>
      <p:sp>
        <p:nvSpPr>
          <p:cNvPr id="8" name="Text Box 7"/>
          <p:cNvSpPr txBox="1"/>
          <p:nvPr/>
        </p:nvSpPr>
        <p:spPr>
          <a:xfrm>
            <a:off x="7663815" y="4934585"/>
            <a:ext cx="34994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2000"/>
              <a:t>Tartiblangan ro’yxa</a:t>
            </a:r>
            <a:r>
              <a:rPr lang="en-US" altLang="ru-RU"/>
              <a:t>t</a:t>
            </a:r>
            <a:endParaRPr lang="en-US" alt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 b="1"/>
              <a:t>Tartiblanmagan ro’yxat</a:t>
            </a:r>
            <a:endParaRPr lang="en-US" altLang="ru-RU" b="1"/>
          </a:p>
        </p:txBody>
      </p:sp>
      <p:sp>
        <p:nvSpPr>
          <p:cNvPr id="5" name="Замещающее содержимое 4"/>
          <p:cNvSpPr/>
          <p:nvPr>
            <p:ph sz="half" idx="1"/>
          </p:nvPr>
        </p:nvSpPr>
        <p:spPr>
          <a:xfrm>
            <a:off x="647700" y="2484755"/>
            <a:ext cx="5181600" cy="2363470"/>
          </a:xfrm>
        </p:spPr>
        <p:txBody>
          <a:bodyPr/>
          <a:p>
            <a:r>
              <a:rPr lang="en-US" altLang="ru-RU"/>
              <a:t>Tartibsiz ro'yxat </a:t>
            </a:r>
            <a:r>
              <a:rPr lang="en-US" altLang="ru-RU">
                <a:solidFill>
                  <a:srgbClr val="FF0000"/>
                </a:solidFill>
              </a:rPr>
              <a:t>&lt;ul&gt;</a:t>
            </a:r>
            <a:r>
              <a:rPr lang="en-US" altLang="ru-RU"/>
              <a:t> tegi bilan boshlanadi. Har bir ro'yxat elementi </a:t>
            </a:r>
            <a:r>
              <a:rPr lang="en-US" altLang="ru-RU">
                <a:solidFill>
                  <a:srgbClr val="FF0000"/>
                </a:solidFill>
              </a:rPr>
              <a:t>&lt;li&gt;</a:t>
            </a:r>
            <a:r>
              <a:rPr lang="en-US" altLang="ru-RU"/>
              <a:t> tegi bilan boshlanadi</a:t>
            </a:r>
            <a:endParaRPr lang="en-US" altLang="ru-RU"/>
          </a:p>
        </p:txBody>
      </p:sp>
      <p:pic>
        <p:nvPicPr>
          <p:cNvPr id="4" name="Content Placeholder 3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18555" y="2037715"/>
            <a:ext cx="5059045" cy="403733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8555" y="2484755"/>
            <a:ext cx="4633595" cy="27857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25 0.00287037 L -0.456354 0.00083333 " pathEditMode="relative" rAng="0" ptsTypes="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4" y="-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 b="1"/>
              <a:t>Tartiblangan ro’yxat</a:t>
            </a:r>
            <a:endParaRPr lang="en-US" altLang="ru-RU" b="1"/>
          </a:p>
        </p:txBody>
      </p:sp>
      <p:sp>
        <p:nvSpPr>
          <p:cNvPr id="5" name="Замещающее содержимое 4"/>
          <p:cNvSpPr/>
          <p:nvPr>
            <p:ph sz="half" idx="1"/>
          </p:nvPr>
        </p:nvSpPr>
        <p:spPr>
          <a:xfrm>
            <a:off x="647700" y="2484755"/>
            <a:ext cx="5181600" cy="2363470"/>
          </a:xfrm>
        </p:spPr>
        <p:txBody>
          <a:bodyPr/>
          <a:p>
            <a:r>
              <a:rPr lang="en-US" altLang="ru-RU"/>
              <a:t>Tartibli ro'yxat </a:t>
            </a:r>
            <a:r>
              <a:rPr lang="en-US" altLang="ru-RU">
                <a:solidFill>
                  <a:srgbClr val="FF0000"/>
                </a:solidFill>
              </a:rPr>
              <a:t>&lt;ol&gt;</a:t>
            </a:r>
            <a:r>
              <a:rPr lang="en-US" altLang="ru-RU"/>
              <a:t> tegi bilan boshlanadi. Har bir ro'yxat elementi </a:t>
            </a:r>
            <a:r>
              <a:rPr lang="en-US" altLang="ru-RU">
                <a:solidFill>
                  <a:srgbClr val="FF0000"/>
                </a:solidFill>
              </a:rPr>
              <a:t>&lt;li&gt;</a:t>
            </a:r>
            <a:r>
              <a:rPr lang="en-US" altLang="ru-RU"/>
              <a:t> tegi bilan boshlanadi</a:t>
            </a:r>
            <a:endParaRPr lang="en-US" altLang="ru-RU"/>
          </a:p>
        </p:txBody>
      </p:sp>
      <p:pic>
        <p:nvPicPr>
          <p:cNvPr id="7" name="Content Placeholder 6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43625" y="2038985"/>
            <a:ext cx="5243195" cy="381127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110" y="2484755"/>
            <a:ext cx="4679950" cy="27044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446875 0.00546296 " pathEditMode="relative" rAng="0" ptsTypes="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5" name="Замещающее содержимое 4"/>
          <p:cNvSpPr/>
          <p:nvPr>
            <p:ph idx="1"/>
          </p:nvPr>
        </p:nvSpPr>
        <p:spPr>
          <a:xfrm>
            <a:off x="647700" y="2809875"/>
            <a:ext cx="6387465" cy="3367405"/>
          </a:xfrm>
        </p:spPr>
        <p:txBody>
          <a:bodyPr/>
          <a:p>
            <a:r>
              <a:rPr lang="en-US" altLang="ru-RU" b="1">
                <a:solidFill>
                  <a:srgbClr val="FF0000"/>
                </a:solidFill>
              </a:rPr>
              <a:t>&lt;ol&gt;</a:t>
            </a:r>
            <a:r>
              <a:rPr lang="en-US" altLang="ru-RU" b="1"/>
              <a:t> va </a:t>
            </a:r>
            <a:r>
              <a:rPr lang="en-US" altLang="ru-RU" b="1">
                <a:solidFill>
                  <a:srgbClr val="FF0000"/>
                </a:solidFill>
              </a:rPr>
              <a:t>&lt;ul&gt;</a:t>
            </a:r>
            <a:r>
              <a:rPr lang="en-US" altLang="ru-RU" b="1"/>
              <a:t> teglari ichida </a:t>
            </a:r>
            <a:r>
              <a:rPr lang="en-US" altLang="ru-RU" b="1">
                <a:solidFill>
                  <a:srgbClr val="FF0000"/>
                </a:solidFill>
              </a:rPr>
              <a:t>&lt;li&gt;</a:t>
            </a:r>
            <a:r>
              <a:rPr lang="en-US" altLang="ru-RU" b="1"/>
              <a:t> dan boshqa teg yozish mumkin emas!</a:t>
            </a:r>
            <a:endParaRPr lang="en-US" altLang="ru-RU"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7700" y="0"/>
            <a:ext cx="10515600" cy="1325563"/>
          </a:xfrm>
        </p:spPr>
        <p:txBody>
          <a:bodyPr/>
          <a:p>
            <a:r>
              <a:rPr lang="en-US" altLang="ru-RU" b="1"/>
              <a:t>Qachon &lt;ul&gt;, qachon &lt;ol&gt; ishlatamiz?</a:t>
            </a:r>
            <a:endParaRPr lang="en-US" altLang="ru-RU" b="1"/>
          </a:p>
        </p:txBody>
      </p:sp>
      <p:sp>
        <p:nvSpPr>
          <p:cNvPr id="5" name="Замещающее содержимое 4"/>
          <p:cNvSpPr/>
          <p:nvPr>
            <p:ph sz="half" idx="1"/>
          </p:nvPr>
        </p:nvSpPr>
        <p:spPr>
          <a:xfrm>
            <a:off x="647700" y="2515235"/>
            <a:ext cx="5181600" cy="3062605"/>
          </a:xfrm>
        </p:spPr>
        <p:txBody>
          <a:bodyPr>
            <a:normAutofit lnSpcReduction="20000"/>
          </a:bodyPr>
          <a:p>
            <a:r>
              <a:rPr lang="en-US" altLang="ru-RU"/>
              <a:t>Agar ro’yxat elementlarimizning o’rinlarini almashtirganimizda farq sezilmasa </a:t>
            </a:r>
            <a:r>
              <a:rPr lang="en-US" altLang="ru-RU">
                <a:solidFill>
                  <a:srgbClr val="FF0000"/>
                </a:solidFill>
              </a:rPr>
              <a:t>&lt;ul&gt;</a:t>
            </a:r>
            <a:r>
              <a:rPr lang="en-US" altLang="ru-RU"/>
              <a:t>, ketma-ketlik buzilsa </a:t>
            </a:r>
            <a:r>
              <a:rPr lang="en-US" altLang="ru-RU">
                <a:solidFill>
                  <a:srgbClr val="FF0000"/>
                </a:solidFill>
              </a:rPr>
              <a:t>&lt;ol&gt;</a:t>
            </a:r>
            <a:r>
              <a:rPr lang="en-US" altLang="ru-RU"/>
              <a:t> ishlatamiz.</a:t>
            </a:r>
            <a:endParaRPr lang="en-US" altLang="ru-RU"/>
          </a:p>
        </p:txBody>
      </p:sp>
      <p:pic>
        <p:nvPicPr>
          <p:cNvPr id="4" name="Content Placeholder 3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829300" y="2515235"/>
            <a:ext cx="5392420" cy="280289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90830" y="2023110"/>
            <a:ext cx="11610975" cy="3276600"/>
          </a:xfrm>
          <a:prstGeom prst="rect">
            <a:avLst/>
          </a:prstGeom>
        </p:spPr>
      </p:pic>
      <p:sp>
        <p:nvSpPr>
          <p:cNvPr id="6" name="Content Placeholder 5"/>
          <p:cNvSpPr/>
          <p:nvPr>
            <p:ph sz="half" idx="1"/>
          </p:nvPr>
        </p:nvSpPr>
        <p:spPr>
          <a:xfrm>
            <a:off x="3404235" y="5132705"/>
            <a:ext cx="6064250" cy="1592580"/>
          </a:xfrm>
        </p:spPr>
        <p:txBody>
          <a:bodyPr>
            <a:noAutofit/>
          </a:bodyPr>
          <a:p>
            <a:r>
              <a:rPr lang="en-US" altLang="ru-RU" sz="3200">
                <a:solidFill>
                  <a:srgbClr val="FF0000"/>
                </a:solidFill>
              </a:rPr>
              <a:t>Bu tartiblanmagan ro’yxatga misol</a:t>
            </a:r>
            <a:endParaRPr lang="en-US" altLang="ru-RU" sz="3200">
              <a:solidFill>
                <a:srgbClr val="FF0000"/>
              </a:solidFill>
            </a:endParaRPr>
          </a:p>
        </p:txBody>
      </p:sp>
      <p:sp>
        <p:nvSpPr>
          <p:cNvPr id="8" name="Title 7"/>
          <p:cNvSpPr/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6" grpI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6" name="Content Placeholder 5"/>
          <p:cNvSpPr/>
          <p:nvPr>
            <p:ph sz="half" idx="1"/>
          </p:nvPr>
        </p:nvSpPr>
        <p:spPr>
          <a:xfrm>
            <a:off x="3373755" y="3793490"/>
            <a:ext cx="6064250" cy="1592580"/>
          </a:xfrm>
        </p:spPr>
        <p:txBody>
          <a:bodyPr>
            <a:noAutofit/>
          </a:bodyPr>
          <a:p>
            <a:r>
              <a:rPr lang="en-US" altLang="ru-RU" sz="3200">
                <a:solidFill>
                  <a:srgbClr val="FF0000"/>
                </a:solidFill>
              </a:rPr>
              <a:t>Bu tartiblangan ro’yxatga misol</a:t>
            </a:r>
            <a:endParaRPr lang="en-US" altLang="ru-RU" sz="3200">
              <a:solidFill>
                <a:srgbClr val="FF0000"/>
              </a:solidFill>
            </a:endParaRPr>
          </a:p>
        </p:txBody>
      </p:sp>
      <p:sp>
        <p:nvSpPr>
          <p:cNvPr id="8" name="Title 7"/>
          <p:cNvSpPr/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pic>
        <p:nvPicPr>
          <p:cNvPr id="3" name="Content Placeholder 2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908050" y="2383790"/>
            <a:ext cx="10671175" cy="7677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6" grpI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6" name="Content Placeholder 5"/>
          <p:cNvSpPr/>
          <p:nvPr>
            <p:ph sz="half" idx="1"/>
          </p:nvPr>
        </p:nvSpPr>
        <p:spPr>
          <a:xfrm>
            <a:off x="3373755" y="3793490"/>
            <a:ext cx="6064250" cy="1592580"/>
          </a:xfrm>
        </p:spPr>
        <p:txBody>
          <a:bodyPr>
            <a:noAutofit/>
          </a:bodyPr>
          <a:p>
            <a:r>
              <a:rPr lang="en-US" altLang="ru-RU" sz="3200">
                <a:solidFill>
                  <a:srgbClr val="FF0000"/>
                </a:solidFill>
              </a:rPr>
              <a:t>Bu tartiblangan ro’yxatga misol</a:t>
            </a:r>
            <a:endParaRPr lang="en-US" altLang="ru-RU" sz="3200">
              <a:solidFill>
                <a:srgbClr val="FF0000"/>
              </a:solidFill>
            </a:endParaRPr>
          </a:p>
        </p:txBody>
      </p:sp>
      <p:sp>
        <p:nvSpPr>
          <p:cNvPr id="8" name="Title 7"/>
          <p:cNvSpPr/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pic>
        <p:nvPicPr>
          <p:cNvPr id="3" name="Content Placeholder 2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908050" y="2383790"/>
            <a:ext cx="10671175" cy="7677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6" grpI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5" name="Замещающее содержимое 4"/>
          <p:cNvSpPr/>
          <p:nvPr>
            <p:ph sz="half" idx="1"/>
          </p:nvPr>
        </p:nvSpPr>
        <p:spPr>
          <a:xfrm>
            <a:off x="647700" y="1825625"/>
            <a:ext cx="5181600" cy="2221230"/>
          </a:xfrm>
        </p:spPr>
        <p:txBody>
          <a:bodyPr/>
          <a:p>
            <a:r>
              <a:rPr lang="en-US" altLang="ru-RU" sz="3200" b="1"/>
              <a:t>Osh markazi saytini yaratamiz</a:t>
            </a:r>
            <a:endParaRPr lang="en-US" altLang="ru-RU" sz="3200" b="1"/>
          </a:p>
        </p:txBody>
      </p:sp>
      <p:pic>
        <p:nvPicPr>
          <p:cNvPr id="104" name="Content Placeholder 103"/>
          <p:cNvPicPr/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981700" y="445770"/>
            <a:ext cx="5181600" cy="435165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15" name="Picture 15" descr="HTML тег &lt;li&gt;"/>
          <p:cNvPicPr>
            <a:picLocks noChangeAspect="1"/>
          </p:cNvPicPr>
          <p:nvPr>
            <p:ph idx="1"/>
          </p:nvPr>
        </p:nvPicPr>
        <p:blipFill>
          <a:blip r:embed="rId2"/>
          <a:srcRect t="18939" r="3214"/>
          <a:stretch>
            <a:fillRect/>
          </a:stretch>
        </p:blipFill>
        <p:spPr>
          <a:xfrm>
            <a:off x="1053465" y="1584325"/>
            <a:ext cx="4548505" cy="457454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5" name="Замещающее содержимое 4"/>
          <p:cNvSpPr/>
          <p:nvPr>
            <p:ph idx="1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863</Words>
  <Application>WPS Presentation</Application>
  <PresentationFormat>宽屏</PresentationFormat>
  <Paragraphs>45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4" baseType="lpstr">
      <vt:lpstr>Arial</vt:lpstr>
      <vt:lpstr>SimSun</vt:lpstr>
      <vt:lpstr>Wingdings</vt:lpstr>
      <vt:lpstr>Calibri Light</vt:lpstr>
      <vt:lpstr>Microsoft YaHei</vt:lpstr>
      <vt:lpstr>Arial Unicode MS</vt:lpstr>
      <vt:lpstr>Calibri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List nima?</vt:lpstr>
      <vt:lpstr>Tartiblanmagan ro’yxat</vt:lpstr>
      <vt:lpstr>PowerPoint 演示文稿</vt:lpstr>
      <vt:lpstr>List nima?</vt:lpstr>
      <vt:lpstr>List nima?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Nurmuhammad Ikromov</cp:lastModifiedBy>
  <cp:revision>3</cp:revision>
  <dcterms:created xsi:type="dcterms:W3CDTF">2023-08-17T08:58:00Z</dcterms:created>
  <dcterms:modified xsi:type="dcterms:W3CDTF">2023-09-12T06:10:49Z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1049-11.2.0.11537</vt:lpwstr>
  </property>
  <property fmtid="{D5CDD505-2E9C-101B-9397-08002B2CF9AE}" pid="3" name="ICV">
    <vt:lpwstr>6E0F3DE8917B426C9E239535C033901D</vt:lpwstr>
  </property>
</Properties>
</file>