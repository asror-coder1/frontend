
<file path=[Content_Types].xml><?xml version="1.0" encoding="utf-8"?>
<Types xmlns="http://schemas.openxmlformats.org/package/2006/content-types">
  <Default Extension="png" ContentType="image/png"/>
  <Default Extension="tiff" ContentType="image/tif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66" r:id="rId6"/>
    <p:sldId id="267" r:id="rId7"/>
    <p:sldId id="269" r:id="rId8"/>
    <p:sldId id="270" r:id="rId9"/>
    <p:sldId id="259" r:id="rId10"/>
    <p:sldId id="268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58" y="8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Microsoft YaHei" panose="020B0503020204020204" charset="-122"/>
      </a:defRPr>
    </a:lvl1pPr>
    <a:lvl2pPr indent="228600" latinLnBrk="0">
      <a:defRPr sz="1200">
        <a:latin typeface="+mj-lt"/>
        <a:ea typeface="+mj-ea"/>
        <a:cs typeface="+mj-cs"/>
        <a:sym typeface="Microsoft YaHei" panose="020B0503020204020204" charset="-122"/>
      </a:defRPr>
    </a:lvl2pPr>
    <a:lvl3pPr indent="457200" latinLnBrk="0">
      <a:defRPr sz="1200">
        <a:latin typeface="+mj-lt"/>
        <a:ea typeface="+mj-ea"/>
        <a:cs typeface="+mj-cs"/>
        <a:sym typeface="Microsoft YaHei" panose="020B0503020204020204" charset="-122"/>
      </a:defRPr>
    </a:lvl3pPr>
    <a:lvl4pPr indent="685800" latinLnBrk="0">
      <a:defRPr sz="1200">
        <a:latin typeface="+mj-lt"/>
        <a:ea typeface="+mj-ea"/>
        <a:cs typeface="+mj-cs"/>
        <a:sym typeface="Microsoft YaHei" panose="020B0503020204020204" charset="-122"/>
      </a:defRPr>
    </a:lvl4pPr>
    <a:lvl5pPr indent="914400" latinLnBrk="0">
      <a:defRPr sz="1200">
        <a:latin typeface="+mj-lt"/>
        <a:ea typeface="+mj-ea"/>
        <a:cs typeface="+mj-cs"/>
        <a:sym typeface="Microsoft YaHei" panose="020B0503020204020204" charset="-122"/>
      </a:defRPr>
    </a:lvl5pPr>
    <a:lvl6pPr indent="1143000" latinLnBrk="0">
      <a:defRPr sz="1200">
        <a:latin typeface="+mj-lt"/>
        <a:ea typeface="+mj-ea"/>
        <a:cs typeface="+mj-cs"/>
        <a:sym typeface="Microsoft YaHei" panose="020B0503020204020204" charset="-122"/>
      </a:defRPr>
    </a:lvl6pPr>
    <a:lvl7pPr indent="1371600" latinLnBrk="0">
      <a:defRPr sz="1200">
        <a:latin typeface="+mj-lt"/>
        <a:ea typeface="+mj-ea"/>
        <a:cs typeface="+mj-cs"/>
        <a:sym typeface="Microsoft YaHei" panose="020B0503020204020204" charset="-122"/>
      </a:defRPr>
    </a:lvl7pPr>
    <a:lvl8pPr indent="1600200" latinLnBrk="0">
      <a:defRPr sz="1200">
        <a:latin typeface="+mj-lt"/>
        <a:ea typeface="+mj-ea"/>
        <a:cs typeface="+mj-cs"/>
        <a:sym typeface="Microsoft YaHei" panose="020B0503020204020204" charset="-122"/>
      </a:defRPr>
    </a:lvl8pPr>
    <a:lvl9pPr indent="1828800" latinLnBrk="0">
      <a:defRPr sz="1200">
        <a:latin typeface="+mj-lt"/>
        <a:ea typeface="+mj-ea"/>
        <a:cs typeface="+mj-cs"/>
        <a:sym typeface="Microsoft YaHei" panose="020B0503020204020204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322961"/>
            <a:ext cx="9144000" cy="2187002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130000"/>
              </a:lnSpc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1850" y="3750945"/>
            <a:ext cx="9843135" cy="811531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610027"/>
            <a:ext cx="7321550" cy="64755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08080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08080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08080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08080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0808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</a:lvl1pPr>
            <a:lvl2pPr>
              <a:lnSpc>
                <a:spcPct val="150000"/>
              </a:lnSpc>
            </a:lvl2pPr>
            <a:lvl3pPr>
              <a:lnSpc>
                <a:spcPct val="150000"/>
              </a:lnSpc>
            </a:lvl3pPr>
            <a:lvl4pPr>
              <a:lnSpc>
                <a:spcPct val="150000"/>
              </a:lnSpc>
            </a:lvl4pPr>
            <a:lvl5pPr>
              <a:lnSpc>
                <a:spcPct val="150000"/>
              </a:lnSpc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744960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>
                <a:solidFill>
                  <a:srgbClr val="000000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000000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000000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000000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172200" y="1744960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>
                <a:solidFill>
                  <a:srgbClr val="000000"/>
                </a:solidFill>
              </a:defRPr>
            </a:pP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1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999" y="766353"/>
            <a:ext cx="5817376" cy="509444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51826" y="2057400"/>
            <a:ext cx="4165202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1pPr>
            <a:lvl2pPr marL="0" indent="45720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2pPr>
            <a:lvl3pPr marL="0" indent="91440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3pPr>
            <a:lvl4pPr marL="0" indent="137160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4pPr>
            <a:lvl5pPr marL="0" indent="1828800">
              <a:lnSpc>
                <a:spcPct val="150000"/>
              </a:lnSpc>
              <a:buSzTx/>
              <a:buFontTx/>
              <a:buNone/>
              <a:defRPr sz="16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551542"/>
            <a:ext cx="10515600" cy="55589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normAutofit/>
          </a:bodyPr>
          <a:lstStyle>
            <a:lvl1pPr algn="r">
              <a:defRPr sz="1200">
                <a:solidFill>
                  <a:srgbClr val="888888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40404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 Light" panose="020F03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tiff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1"/>
          <p:cNvSpPr txBox="1">
            <a:spLocks noGrp="1"/>
          </p:cNvSpPr>
          <p:nvPr>
            <p:ph type="ctrTitle"/>
          </p:nvPr>
        </p:nvSpPr>
        <p:spPr>
          <a:xfrm>
            <a:off x="1523999" y="1908300"/>
            <a:ext cx="9144001" cy="126990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7410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HTMLda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jadvallar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Subtitle 4"/>
          <p:cNvSpPr txBox="1">
            <a:spLocks noGrp="1"/>
          </p:cNvSpPr>
          <p:nvPr>
            <p:ph type="subTitle" sz="quarter" idx="1"/>
          </p:nvPr>
        </p:nvSpPr>
        <p:spPr>
          <a:xfrm>
            <a:off x="1523999" y="3495402"/>
            <a:ext cx="9144001" cy="1655762"/>
          </a:xfrm>
          <a:prstGeom prst="rect">
            <a:avLst/>
          </a:prstGeom>
        </p:spPr>
        <p:txBody>
          <a:bodyPr/>
          <a:lstStyle>
            <a:lvl1pPr>
              <a:defRPr sz="3900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TABLES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Замещающее содержимое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  <a:defRPr sz="4200"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REJA :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➢"/>
              <a:defRPr sz="3500"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Jadval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haqida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➢"/>
              <a:defRPr sz="3500"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&lt;table/&gt;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tegi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Tx/>
              <a:buChar char="➢"/>
              <a:defRPr sz="3500"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Teg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atributlari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Jadval nima?</a:t>
            </a:r>
            <a:endParaRPr lang="en-US" sz="4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972820" y="2291715"/>
            <a:ext cx="4146550" cy="26498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ru-RU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 Light" panose="020F0302020204030204" charset="0"/>
                <a:ea typeface="Calibri" panose="020F0502020204030204"/>
                <a:cs typeface="Calibri Light" panose="020F0302020204030204" charset="0"/>
                <a:sym typeface="Calibri" panose="020F0502020204030204"/>
              </a:rPr>
              <a:t>HTML jadvallari veb-ishlab chiquvchilarga ma'lumotlarni qatorlar va ustunlarga ajratish imkonini beradi.</a:t>
            </a:r>
            <a:endParaRPr kumimoji="0" lang="ru-RU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 Light" panose="020F0302020204030204" charset="0"/>
              <a:ea typeface="Calibri" panose="020F0502020204030204"/>
              <a:cs typeface="Calibri Light" panose="020F0302020204030204" charset="0"/>
              <a:sym typeface="Calibri" panose="020F0502020204030204"/>
            </a:endParaRPr>
          </a:p>
        </p:txBody>
      </p:sp>
      <p:pic>
        <p:nvPicPr>
          <p:cNvPr id="115" name="Замещающая рамка рисунка 114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5119370" y="2206625"/>
            <a:ext cx="6247765" cy="32804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b="1">
                <a:latin typeface="Calibri" panose="020F0502020204030204" pitchFamily="34" charset="0"/>
                <a:cs typeface="Calibri" panose="020F0502020204030204" pitchFamily="34" charset="0"/>
              </a:rPr>
              <a:t>Jadval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lar</a:t>
            </a:r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Замещающий текст 1"/>
          <p:cNvSpPr>
            <a:spLocks noGrp="1"/>
          </p:cNvSpPr>
          <p:nvPr>
            <p:ph type="body" sz="quarter" idx="1"/>
          </p:nvPr>
        </p:nvSpPr>
        <p:spPr>
          <a:xfrm>
            <a:off x="651510" y="2057400"/>
            <a:ext cx="10245090" cy="1071245"/>
          </a:xfrm>
        </p:spPr>
        <p:txBody>
          <a:bodyPr/>
          <a:p>
            <a:r>
              <a:rPr lang="en-US" altLang="ru-RU" sz="2800">
                <a:latin typeface="Calibri" panose="020F0502020204030204" pitchFamily="34" charset="0"/>
                <a:cs typeface="Calibri" panose="020F0502020204030204" pitchFamily="34" charset="0"/>
              </a:rPr>
              <a:t>Jadvallarga judayam ko’plab misollar keltirish mumkin</a:t>
            </a:r>
            <a:endParaRPr lang="en-US" altLang="ru-RU" sz="2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6" name="Замещающая рамка рисунка 115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2225675" y="3128010"/>
            <a:ext cx="6952615" cy="2833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xfrm>
            <a:off x="646430" y="0"/>
            <a:ext cx="10661650" cy="1600200"/>
          </a:xfrm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b="1">
                <a:latin typeface="Calibri Light" panose="020F0302020204030204" charset="0"/>
                <a:cs typeface="Calibri Light" panose="020F0302020204030204" charset="0"/>
              </a:rPr>
              <a:t>Real loyihalarda ham jadvallar ishlatiladi</a:t>
            </a:r>
            <a:endParaRPr lang="en-US" b="1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2" name="Замещающий текст 1"/>
          <p:cNvSpPr>
            <a:spLocks noGrp="1"/>
          </p:cNvSpPr>
          <p:nvPr>
            <p:ph type="body" sz="quarter"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117" name="Замещающая рамка рисунка 116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1182370" y="1600200"/>
            <a:ext cx="10125710" cy="48310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b="1">
                <a:latin typeface="Calibri Light" panose="020F0302020204030204" charset="0"/>
                <a:cs typeface="Calibri Light" panose="020F0302020204030204" charset="0"/>
              </a:rPr>
              <a:t>Jadval tuzilishi</a:t>
            </a:r>
            <a:endParaRPr lang="en-US" b="1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2" name="Замещающий текст 1"/>
          <p:cNvSpPr>
            <a:spLocks noGrp="1"/>
          </p:cNvSpPr>
          <p:nvPr>
            <p:ph type="body" sz="quarter" idx="1"/>
          </p:nvPr>
        </p:nvSpPr>
        <p:spPr>
          <a:xfrm>
            <a:off x="651510" y="2057400"/>
            <a:ext cx="9723755" cy="941705"/>
          </a:xfrm>
        </p:spPr>
        <p:txBody>
          <a:bodyPr>
            <a:normAutofit/>
          </a:bodyPr>
          <a:p>
            <a:r>
              <a:rPr lang="en-US" altLang="ru-RU" sz="2800"/>
              <a:t>Jadvallar qatorlar va ustunlardan iborat bo’ladi. </a:t>
            </a:r>
            <a:endParaRPr lang="en-US" altLang="ru-RU" sz="2800"/>
          </a:p>
          <a:p>
            <a:endParaRPr lang="en-US" altLang="ru-RU" sz="2800"/>
          </a:p>
        </p:txBody>
      </p:sp>
      <p:pic>
        <p:nvPicPr>
          <p:cNvPr id="118" name="Замещающая рамка рисунка 117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1875155" y="2999105"/>
            <a:ext cx="8722995" cy="3394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 b="1">
                <a:latin typeface="Calibri Light" panose="020F0302020204030204" charset="0"/>
                <a:cs typeface="Calibri Light" panose="020F0302020204030204" charset="0"/>
              </a:rPr>
              <a:t>&lt;table&gt; tegi</a:t>
            </a:r>
            <a:endParaRPr lang="en-US" b="1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2" name="Замещающий текст 1"/>
          <p:cNvSpPr>
            <a:spLocks noGrp="1"/>
          </p:cNvSpPr>
          <p:nvPr>
            <p:ph type="body" sz="quarter" idx="1"/>
          </p:nvPr>
        </p:nvSpPr>
        <p:spPr>
          <a:xfrm>
            <a:off x="646430" y="2682875"/>
            <a:ext cx="4164965" cy="2174875"/>
          </a:xfrm>
        </p:spPr>
        <p:txBody>
          <a:bodyPr/>
          <a:p>
            <a:r>
              <a:rPr lang="en-US" altLang="ru-RU" sz="2800"/>
              <a:t>Jadvallar </a:t>
            </a:r>
            <a:r>
              <a:rPr lang="en-US" altLang="ru-RU" sz="2800" b="1">
                <a:solidFill>
                  <a:srgbClr val="FF0000"/>
                </a:solidFill>
              </a:rPr>
              <a:t>&lt;table&gt;</a:t>
            </a:r>
            <a:r>
              <a:rPr lang="en-US" altLang="ru-RU" sz="2800"/>
              <a:t> tegi orqali hosil qilinadi. </a:t>
            </a:r>
            <a:endParaRPr lang="en-US" altLang="ru-RU" sz="2800"/>
          </a:p>
        </p:txBody>
      </p:sp>
      <p:pic>
        <p:nvPicPr>
          <p:cNvPr id="4" name="Замещающая рамка рисунка 3"/>
          <p:cNvPicPr>
            <a:picLocks noChangeAspect="1"/>
          </p:cNvPicPr>
          <p:nvPr>
            <p:ph type="pic" sz="half" idx="21"/>
          </p:nvPr>
        </p:nvPicPr>
        <p:blipFill>
          <a:blip r:embed="rId2"/>
          <a:stretch>
            <a:fillRect/>
          </a:stretch>
        </p:blipFill>
        <p:spPr>
          <a:xfrm>
            <a:off x="5751830" y="2595245"/>
            <a:ext cx="5381625" cy="25190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Заголовок 1"/>
          <p:cNvSpPr txBox="1">
            <a:spLocks noGrp="1"/>
          </p:cNvSpPr>
          <p:nvPr>
            <p:ph type="title"/>
          </p:nvPr>
        </p:nvSpPr>
        <p:spPr>
          <a:xfrm>
            <a:off x="1991127" y="566503"/>
            <a:ext cx="8399320" cy="1325564"/>
          </a:xfrm>
          <a:prstGeom prst="rect">
            <a:avLst/>
          </a:prstGeom>
        </p:spPr>
        <p:txBody>
          <a:bodyPr/>
          <a:lstStyle>
            <a:lvl1pPr algn="ctr" defTabSz="868680">
              <a:defRPr sz="4180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</a:t>
            </a:r>
            <a:r>
              <a:rPr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able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tegimiz quyidagi teglarni o’z ichiga oladi !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" name="Screenshot 2023-09-21 at 23.51.20.png" descr="Screenshot 2023-09-21 at 23.51.20.png"/>
          <p:cNvPicPr>
            <a:picLocks noChangeAspect="1"/>
          </p:cNvPicPr>
          <p:nvPr/>
        </p:nvPicPr>
        <p:blipFill>
          <a:blip r:embed="rId2"/>
          <a:srcRect l="9829" t="6249" r="10141" b="10061"/>
          <a:stretch>
            <a:fillRect/>
          </a:stretch>
        </p:blipFill>
        <p:spPr>
          <a:xfrm>
            <a:off x="2789082" y="2893870"/>
            <a:ext cx="3254326" cy="2342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4" h="21551" extrusionOk="0">
                <a:moveTo>
                  <a:pt x="13846" y="1"/>
                </a:moveTo>
                <a:cubicBezTo>
                  <a:pt x="13699" y="-24"/>
                  <a:pt x="13478" y="508"/>
                  <a:pt x="13065" y="1848"/>
                </a:cubicBezTo>
                <a:cubicBezTo>
                  <a:pt x="12772" y="2796"/>
                  <a:pt x="12479" y="3602"/>
                  <a:pt x="12415" y="3637"/>
                </a:cubicBezTo>
                <a:cubicBezTo>
                  <a:pt x="12273" y="3715"/>
                  <a:pt x="10673" y="2432"/>
                  <a:pt x="10685" y="2249"/>
                </a:cubicBezTo>
                <a:cubicBezTo>
                  <a:pt x="10689" y="2178"/>
                  <a:pt x="10943" y="1912"/>
                  <a:pt x="11247" y="1662"/>
                </a:cubicBezTo>
                <a:cubicBezTo>
                  <a:pt x="11552" y="1411"/>
                  <a:pt x="11800" y="1123"/>
                  <a:pt x="11800" y="1019"/>
                </a:cubicBezTo>
                <a:cubicBezTo>
                  <a:pt x="11800" y="750"/>
                  <a:pt x="11757" y="768"/>
                  <a:pt x="10958" y="1399"/>
                </a:cubicBezTo>
                <a:cubicBezTo>
                  <a:pt x="9964" y="2184"/>
                  <a:pt x="9983" y="2311"/>
                  <a:pt x="11242" y="3337"/>
                </a:cubicBezTo>
                <a:cubicBezTo>
                  <a:pt x="12090" y="4029"/>
                  <a:pt x="12236" y="4198"/>
                  <a:pt x="12215" y="4466"/>
                </a:cubicBezTo>
                <a:cubicBezTo>
                  <a:pt x="12198" y="4690"/>
                  <a:pt x="12235" y="4767"/>
                  <a:pt x="12344" y="4736"/>
                </a:cubicBezTo>
                <a:cubicBezTo>
                  <a:pt x="12495" y="4693"/>
                  <a:pt x="13997" y="174"/>
                  <a:pt x="13903" y="44"/>
                </a:cubicBezTo>
                <a:cubicBezTo>
                  <a:pt x="13885" y="19"/>
                  <a:pt x="13867" y="4"/>
                  <a:pt x="13846" y="1"/>
                </a:cubicBezTo>
                <a:close/>
                <a:moveTo>
                  <a:pt x="3111" y="424"/>
                </a:moveTo>
                <a:cubicBezTo>
                  <a:pt x="2976" y="424"/>
                  <a:pt x="2920" y="541"/>
                  <a:pt x="2898" y="866"/>
                </a:cubicBezTo>
                <a:cubicBezTo>
                  <a:pt x="2871" y="1253"/>
                  <a:pt x="2830" y="1310"/>
                  <a:pt x="2551" y="1348"/>
                </a:cubicBezTo>
                <a:cubicBezTo>
                  <a:pt x="2362" y="1373"/>
                  <a:pt x="2232" y="1463"/>
                  <a:pt x="2232" y="1574"/>
                </a:cubicBezTo>
                <a:cubicBezTo>
                  <a:pt x="2232" y="1685"/>
                  <a:pt x="2362" y="1779"/>
                  <a:pt x="2551" y="1804"/>
                </a:cubicBezTo>
                <a:lnTo>
                  <a:pt x="2866" y="1848"/>
                </a:lnTo>
                <a:lnTo>
                  <a:pt x="2895" y="2728"/>
                </a:lnTo>
                <a:cubicBezTo>
                  <a:pt x="2916" y="3426"/>
                  <a:pt x="2963" y="3657"/>
                  <a:pt x="3124" y="3845"/>
                </a:cubicBezTo>
                <a:cubicBezTo>
                  <a:pt x="3458" y="4233"/>
                  <a:pt x="4381" y="4048"/>
                  <a:pt x="4381" y="3593"/>
                </a:cubicBezTo>
                <a:cubicBezTo>
                  <a:pt x="4381" y="3302"/>
                  <a:pt x="4179" y="3229"/>
                  <a:pt x="3921" y="3421"/>
                </a:cubicBezTo>
                <a:cubicBezTo>
                  <a:pt x="3698" y="3587"/>
                  <a:pt x="3659" y="3571"/>
                  <a:pt x="3487" y="3275"/>
                </a:cubicBezTo>
                <a:cubicBezTo>
                  <a:pt x="3353" y="3046"/>
                  <a:pt x="3306" y="2790"/>
                  <a:pt x="3326" y="2399"/>
                </a:cubicBezTo>
                <a:lnTo>
                  <a:pt x="3355" y="1848"/>
                </a:lnTo>
                <a:lnTo>
                  <a:pt x="3818" y="1804"/>
                </a:lnTo>
                <a:cubicBezTo>
                  <a:pt x="4135" y="1776"/>
                  <a:pt x="4284" y="1703"/>
                  <a:pt x="4284" y="1574"/>
                </a:cubicBezTo>
                <a:cubicBezTo>
                  <a:pt x="4284" y="1445"/>
                  <a:pt x="4135" y="1372"/>
                  <a:pt x="3818" y="1344"/>
                </a:cubicBezTo>
                <a:cubicBezTo>
                  <a:pt x="3374" y="1304"/>
                  <a:pt x="3353" y="1288"/>
                  <a:pt x="3324" y="866"/>
                </a:cubicBezTo>
                <a:cubicBezTo>
                  <a:pt x="3301" y="541"/>
                  <a:pt x="3246" y="424"/>
                  <a:pt x="3111" y="424"/>
                </a:cubicBezTo>
                <a:close/>
                <a:moveTo>
                  <a:pt x="15560" y="424"/>
                </a:moveTo>
                <a:cubicBezTo>
                  <a:pt x="15370" y="424"/>
                  <a:pt x="15322" y="504"/>
                  <a:pt x="15297" y="866"/>
                </a:cubicBezTo>
                <a:cubicBezTo>
                  <a:pt x="15272" y="1233"/>
                  <a:pt x="15221" y="1312"/>
                  <a:pt x="14997" y="1348"/>
                </a:cubicBezTo>
                <a:cubicBezTo>
                  <a:pt x="14850" y="1371"/>
                  <a:pt x="14729" y="1472"/>
                  <a:pt x="14729" y="1574"/>
                </a:cubicBezTo>
                <a:cubicBezTo>
                  <a:pt x="14729" y="1676"/>
                  <a:pt x="14850" y="1780"/>
                  <a:pt x="14997" y="1804"/>
                </a:cubicBezTo>
                <a:cubicBezTo>
                  <a:pt x="15251" y="1845"/>
                  <a:pt x="15271" y="1895"/>
                  <a:pt x="15337" y="2728"/>
                </a:cubicBezTo>
                <a:cubicBezTo>
                  <a:pt x="15389" y="3389"/>
                  <a:pt x="15458" y="3667"/>
                  <a:pt x="15615" y="3845"/>
                </a:cubicBezTo>
                <a:cubicBezTo>
                  <a:pt x="15892" y="4158"/>
                  <a:pt x="16409" y="4149"/>
                  <a:pt x="16696" y="3823"/>
                </a:cubicBezTo>
                <a:cubicBezTo>
                  <a:pt x="16878" y="3616"/>
                  <a:pt x="16901" y="3526"/>
                  <a:pt x="16807" y="3392"/>
                </a:cubicBezTo>
                <a:cubicBezTo>
                  <a:pt x="16713" y="3259"/>
                  <a:pt x="16632" y="3259"/>
                  <a:pt x="16428" y="3389"/>
                </a:cubicBezTo>
                <a:cubicBezTo>
                  <a:pt x="16028" y="3642"/>
                  <a:pt x="15785" y="3271"/>
                  <a:pt x="15823" y="2465"/>
                </a:cubicBezTo>
                <a:lnTo>
                  <a:pt x="15852" y="1848"/>
                </a:lnTo>
                <a:lnTo>
                  <a:pt x="16268" y="1804"/>
                </a:lnTo>
                <a:cubicBezTo>
                  <a:pt x="16542" y="1777"/>
                  <a:pt x="16680" y="1698"/>
                  <a:pt x="16680" y="1574"/>
                </a:cubicBezTo>
                <a:cubicBezTo>
                  <a:pt x="16680" y="1450"/>
                  <a:pt x="16542" y="1375"/>
                  <a:pt x="16268" y="1348"/>
                </a:cubicBezTo>
                <a:cubicBezTo>
                  <a:pt x="15878" y="1309"/>
                  <a:pt x="15849" y="1279"/>
                  <a:pt x="15821" y="866"/>
                </a:cubicBezTo>
                <a:cubicBezTo>
                  <a:pt x="15795" y="504"/>
                  <a:pt x="15750" y="424"/>
                  <a:pt x="15560" y="424"/>
                </a:cubicBezTo>
                <a:close/>
                <a:moveTo>
                  <a:pt x="7639" y="829"/>
                </a:moveTo>
                <a:cubicBezTo>
                  <a:pt x="7363" y="829"/>
                  <a:pt x="7525" y="1096"/>
                  <a:pt x="8092" y="1574"/>
                </a:cubicBezTo>
                <a:cubicBezTo>
                  <a:pt x="8414" y="1846"/>
                  <a:pt x="8675" y="2120"/>
                  <a:pt x="8675" y="2184"/>
                </a:cubicBezTo>
                <a:cubicBezTo>
                  <a:pt x="8675" y="2248"/>
                  <a:pt x="8414" y="2525"/>
                  <a:pt x="8092" y="2797"/>
                </a:cubicBezTo>
                <a:cubicBezTo>
                  <a:pt x="7769" y="3069"/>
                  <a:pt x="7505" y="3345"/>
                  <a:pt x="7505" y="3414"/>
                </a:cubicBezTo>
                <a:cubicBezTo>
                  <a:pt x="7505" y="3658"/>
                  <a:pt x="7778" y="3534"/>
                  <a:pt x="8468" y="2980"/>
                </a:cubicBezTo>
                <a:cubicBezTo>
                  <a:pt x="8910" y="2624"/>
                  <a:pt x="9165" y="2334"/>
                  <a:pt x="9165" y="2184"/>
                </a:cubicBezTo>
                <a:cubicBezTo>
                  <a:pt x="9165" y="1945"/>
                  <a:pt x="7908" y="829"/>
                  <a:pt x="7639" y="829"/>
                </a:cubicBezTo>
                <a:close/>
                <a:moveTo>
                  <a:pt x="1601" y="858"/>
                </a:moveTo>
                <a:cubicBezTo>
                  <a:pt x="1520" y="745"/>
                  <a:pt x="327" y="1618"/>
                  <a:pt x="110" y="1950"/>
                </a:cubicBezTo>
                <a:cubicBezTo>
                  <a:pt x="-36" y="2174"/>
                  <a:pt x="-36" y="2214"/>
                  <a:pt x="105" y="2410"/>
                </a:cubicBezTo>
                <a:cubicBezTo>
                  <a:pt x="190" y="2528"/>
                  <a:pt x="517" y="2828"/>
                  <a:pt x="831" y="3078"/>
                </a:cubicBezTo>
                <a:cubicBezTo>
                  <a:pt x="1145" y="3328"/>
                  <a:pt x="1461" y="3536"/>
                  <a:pt x="1533" y="3538"/>
                </a:cubicBezTo>
                <a:cubicBezTo>
                  <a:pt x="1789" y="3546"/>
                  <a:pt x="1574" y="3198"/>
                  <a:pt x="1054" y="2764"/>
                </a:cubicBezTo>
                <a:cubicBezTo>
                  <a:pt x="763" y="2522"/>
                  <a:pt x="513" y="2270"/>
                  <a:pt x="497" y="2202"/>
                </a:cubicBezTo>
                <a:cubicBezTo>
                  <a:pt x="480" y="2134"/>
                  <a:pt x="710" y="1883"/>
                  <a:pt x="1007" y="1647"/>
                </a:cubicBezTo>
                <a:cubicBezTo>
                  <a:pt x="1569" y="1201"/>
                  <a:pt x="1712" y="1012"/>
                  <a:pt x="1601" y="858"/>
                </a:cubicBezTo>
                <a:close/>
                <a:moveTo>
                  <a:pt x="20044" y="858"/>
                </a:moveTo>
                <a:cubicBezTo>
                  <a:pt x="20015" y="881"/>
                  <a:pt x="20001" y="931"/>
                  <a:pt x="20002" y="1001"/>
                </a:cubicBezTo>
                <a:cubicBezTo>
                  <a:pt x="20003" y="1094"/>
                  <a:pt x="20267" y="1369"/>
                  <a:pt x="20588" y="1614"/>
                </a:cubicBezTo>
                <a:cubicBezTo>
                  <a:pt x="20910" y="1859"/>
                  <a:pt x="21172" y="2114"/>
                  <a:pt x="21172" y="2180"/>
                </a:cubicBezTo>
                <a:cubicBezTo>
                  <a:pt x="21172" y="2247"/>
                  <a:pt x="20908" y="2504"/>
                  <a:pt x="20586" y="2750"/>
                </a:cubicBezTo>
                <a:cubicBezTo>
                  <a:pt x="20264" y="2996"/>
                  <a:pt x="20002" y="3276"/>
                  <a:pt x="20002" y="3370"/>
                </a:cubicBezTo>
                <a:cubicBezTo>
                  <a:pt x="20002" y="3654"/>
                  <a:pt x="20200" y="3571"/>
                  <a:pt x="20899" y="2994"/>
                </a:cubicBezTo>
                <a:cubicBezTo>
                  <a:pt x="21350" y="2622"/>
                  <a:pt x="21564" y="2360"/>
                  <a:pt x="21564" y="2184"/>
                </a:cubicBezTo>
                <a:cubicBezTo>
                  <a:pt x="21564" y="2008"/>
                  <a:pt x="21350" y="1749"/>
                  <a:pt x="20899" y="1377"/>
                </a:cubicBezTo>
                <a:cubicBezTo>
                  <a:pt x="20376" y="946"/>
                  <a:pt x="20132" y="791"/>
                  <a:pt x="20044" y="858"/>
                </a:cubicBezTo>
                <a:close/>
                <a:moveTo>
                  <a:pt x="5151" y="1238"/>
                </a:moveTo>
                <a:cubicBezTo>
                  <a:pt x="4982" y="1238"/>
                  <a:pt x="4967" y="1353"/>
                  <a:pt x="4967" y="2593"/>
                </a:cubicBezTo>
                <a:cubicBezTo>
                  <a:pt x="4967" y="3824"/>
                  <a:pt x="4984" y="3947"/>
                  <a:pt x="5149" y="3947"/>
                </a:cubicBezTo>
                <a:cubicBezTo>
                  <a:pt x="5300" y="3947"/>
                  <a:pt x="5338" y="3810"/>
                  <a:pt x="5383" y="3129"/>
                </a:cubicBezTo>
                <a:cubicBezTo>
                  <a:pt x="5412" y="2679"/>
                  <a:pt x="5491" y="2223"/>
                  <a:pt x="5556" y="2114"/>
                </a:cubicBezTo>
                <a:cubicBezTo>
                  <a:pt x="5727" y="1830"/>
                  <a:pt x="6116" y="1867"/>
                  <a:pt x="6259" y="2184"/>
                </a:cubicBezTo>
                <a:cubicBezTo>
                  <a:pt x="6326" y="2333"/>
                  <a:pt x="6479" y="2458"/>
                  <a:pt x="6601" y="2458"/>
                </a:cubicBezTo>
                <a:cubicBezTo>
                  <a:pt x="6780" y="2458"/>
                  <a:pt x="6821" y="2380"/>
                  <a:pt x="6821" y="2056"/>
                </a:cubicBezTo>
                <a:cubicBezTo>
                  <a:pt x="6821" y="1343"/>
                  <a:pt x="6145" y="988"/>
                  <a:pt x="5670" y="1450"/>
                </a:cubicBezTo>
                <a:cubicBezTo>
                  <a:pt x="5472" y="1642"/>
                  <a:pt x="5446" y="1642"/>
                  <a:pt x="5393" y="1450"/>
                </a:cubicBezTo>
                <a:cubicBezTo>
                  <a:pt x="5361" y="1334"/>
                  <a:pt x="5253" y="1238"/>
                  <a:pt x="5151" y="1238"/>
                </a:cubicBezTo>
                <a:close/>
                <a:moveTo>
                  <a:pt x="17598" y="1238"/>
                </a:moveTo>
                <a:cubicBezTo>
                  <a:pt x="17367" y="1238"/>
                  <a:pt x="17364" y="1253"/>
                  <a:pt x="17364" y="2593"/>
                </a:cubicBezTo>
                <a:lnTo>
                  <a:pt x="17364" y="3947"/>
                </a:lnTo>
                <a:lnTo>
                  <a:pt x="17609" y="3947"/>
                </a:lnTo>
                <a:cubicBezTo>
                  <a:pt x="17838" y="3947"/>
                  <a:pt x="17853" y="3904"/>
                  <a:pt x="17853" y="3232"/>
                </a:cubicBezTo>
                <a:cubicBezTo>
                  <a:pt x="17853" y="2804"/>
                  <a:pt x="17915" y="2397"/>
                  <a:pt x="18006" y="2217"/>
                </a:cubicBezTo>
                <a:cubicBezTo>
                  <a:pt x="18196" y="1840"/>
                  <a:pt x="18592" y="1821"/>
                  <a:pt x="18755" y="2184"/>
                </a:cubicBezTo>
                <a:cubicBezTo>
                  <a:pt x="18822" y="2333"/>
                  <a:pt x="18976" y="2458"/>
                  <a:pt x="19097" y="2458"/>
                </a:cubicBezTo>
                <a:cubicBezTo>
                  <a:pt x="19267" y="2458"/>
                  <a:pt x="19318" y="2380"/>
                  <a:pt x="19318" y="2118"/>
                </a:cubicBezTo>
                <a:cubicBezTo>
                  <a:pt x="19318" y="1379"/>
                  <a:pt x="18642" y="988"/>
                  <a:pt x="18166" y="1450"/>
                </a:cubicBezTo>
                <a:cubicBezTo>
                  <a:pt x="17969" y="1642"/>
                  <a:pt x="17943" y="1642"/>
                  <a:pt x="17890" y="1450"/>
                </a:cubicBezTo>
                <a:cubicBezTo>
                  <a:pt x="17858" y="1334"/>
                  <a:pt x="17727" y="1238"/>
                  <a:pt x="17598" y="1238"/>
                </a:cubicBezTo>
                <a:close/>
                <a:moveTo>
                  <a:pt x="13846" y="8405"/>
                </a:moveTo>
                <a:cubicBezTo>
                  <a:pt x="13699" y="8380"/>
                  <a:pt x="13478" y="8912"/>
                  <a:pt x="13065" y="10252"/>
                </a:cubicBezTo>
                <a:cubicBezTo>
                  <a:pt x="12772" y="11201"/>
                  <a:pt x="12479" y="12003"/>
                  <a:pt x="12415" y="12038"/>
                </a:cubicBezTo>
                <a:cubicBezTo>
                  <a:pt x="12273" y="12115"/>
                  <a:pt x="10673" y="10833"/>
                  <a:pt x="10685" y="10650"/>
                </a:cubicBezTo>
                <a:cubicBezTo>
                  <a:pt x="10689" y="10579"/>
                  <a:pt x="10943" y="10317"/>
                  <a:pt x="11247" y="10066"/>
                </a:cubicBezTo>
                <a:cubicBezTo>
                  <a:pt x="11552" y="9816"/>
                  <a:pt x="11800" y="9523"/>
                  <a:pt x="11800" y="9420"/>
                </a:cubicBezTo>
                <a:cubicBezTo>
                  <a:pt x="11800" y="9151"/>
                  <a:pt x="11757" y="9172"/>
                  <a:pt x="10958" y="9803"/>
                </a:cubicBezTo>
                <a:cubicBezTo>
                  <a:pt x="9964" y="10589"/>
                  <a:pt x="9983" y="10716"/>
                  <a:pt x="11242" y="11742"/>
                </a:cubicBezTo>
                <a:cubicBezTo>
                  <a:pt x="12090" y="12434"/>
                  <a:pt x="12236" y="12602"/>
                  <a:pt x="12215" y="12870"/>
                </a:cubicBezTo>
                <a:cubicBezTo>
                  <a:pt x="12198" y="13095"/>
                  <a:pt x="12235" y="13172"/>
                  <a:pt x="12344" y="13140"/>
                </a:cubicBezTo>
                <a:cubicBezTo>
                  <a:pt x="12495" y="13097"/>
                  <a:pt x="13997" y="8578"/>
                  <a:pt x="13903" y="8449"/>
                </a:cubicBezTo>
                <a:cubicBezTo>
                  <a:pt x="13885" y="8423"/>
                  <a:pt x="13867" y="8408"/>
                  <a:pt x="13846" y="8405"/>
                </a:cubicBezTo>
                <a:close/>
                <a:moveTo>
                  <a:pt x="6582" y="8555"/>
                </a:moveTo>
                <a:cubicBezTo>
                  <a:pt x="6372" y="8555"/>
                  <a:pt x="6340" y="8625"/>
                  <a:pt x="6314" y="9124"/>
                </a:cubicBezTo>
                <a:lnTo>
                  <a:pt x="6285" y="9690"/>
                </a:lnTo>
                <a:lnTo>
                  <a:pt x="5783" y="9697"/>
                </a:lnTo>
                <a:cubicBezTo>
                  <a:pt x="5185" y="9709"/>
                  <a:pt x="4903" y="9995"/>
                  <a:pt x="4810" y="10687"/>
                </a:cubicBezTo>
                <a:cubicBezTo>
                  <a:pt x="4724" y="11324"/>
                  <a:pt x="4923" y="12198"/>
                  <a:pt x="5191" y="12355"/>
                </a:cubicBezTo>
                <a:cubicBezTo>
                  <a:pt x="5309" y="12424"/>
                  <a:pt x="5561" y="12450"/>
                  <a:pt x="5748" y="12414"/>
                </a:cubicBezTo>
                <a:cubicBezTo>
                  <a:pt x="5936" y="12378"/>
                  <a:pt x="6255" y="12352"/>
                  <a:pt x="6456" y="12355"/>
                </a:cubicBezTo>
                <a:lnTo>
                  <a:pt x="6821" y="12363"/>
                </a:lnTo>
                <a:lnTo>
                  <a:pt x="6821" y="10457"/>
                </a:lnTo>
                <a:lnTo>
                  <a:pt x="6821" y="8555"/>
                </a:lnTo>
                <a:lnTo>
                  <a:pt x="6582" y="8555"/>
                </a:lnTo>
                <a:close/>
                <a:moveTo>
                  <a:pt x="19032" y="8555"/>
                </a:moveTo>
                <a:cubicBezTo>
                  <a:pt x="18878" y="8555"/>
                  <a:pt x="18835" y="8666"/>
                  <a:pt x="18811" y="9132"/>
                </a:cubicBezTo>
                <a:cubicBezTo>
                  <a:pt x="18781" y="9697"/>
                  <a:pt x="18774" y="9708"/>
                  <a:pt x="18448" y="9672"/>
                </a:cubicBezTo>
                <a:cubicBezTo>
                  <a:pt x="17963" y="9618"/>
                  <a:pt x="17509" y="9867"/>
                  <a:pt x="17380" y="10260"/>
                </a:cubicBezTo>
                <a:cubicBezTo>
                  <a:pt x="17178" y="10875"/>
                  <a:pt x="17240" y="11726"/>
                  <a:pt x="17517" y="12140"/>
                </a:cubicBezTo>
                <a:cubicBezTo>
                  <a:pt x="17735" y="12467"/>
                  <a:pt x="17813" y="12503"/>
                  <a:pt x="18174" y="12432"/>
                </a:cubicBezTo>
                <a:cubicBezTo>
                  <a:pt x="18400" y="12388"/>
                  <a:pt x="18728" y="12353"/>
                  <a:pt x="18903" y="12355"/>
                </a:cubicBezTo>
                <a:lnTo>
                  <a:pt x="19221" y="12359"/>
                </a:lnTo>
                <a:lnTo>
                  <a:pt x="19221" y="10457"/>
                </a:lnTo>
                <a:cubicBezTo>
                  <a:pt x="19221" y="8664"/>
                  <a:pt x="19210" y="8555"/>
                  <a:pt x="19032" y="8555"/>
                </a:cubicBezTo>
                <a:close/>
                <a:moveTo>
                  <a:pt x="3111" y="8828"/>
                </a:moveTo>
                <a:cubicBezTo>
                  <a:pt x="2976" y="8828"/>
                  <a:pt x="2920" y="8942"/>
                  <a:pt x="2898" y="9267"/>
                </a:cubicBezTo>
                <a:cubicBezTo>
                  <a:pt x="2871" y="9654"/>
                  <a:pt x="2830" y="9711"/>
                  <a:pt x="2551" y="9749"/>
                </a:cubicBezTo>
                <a:cubicBezTo>
                  <a:pt x="2362" y="9774"/>
                  <a:pt x="2232" y="9868"/>
                  <a:pt x="2232" y="9979"/>
                </a:cubicBezTo>
                <a:cubicBezTo>
                  <a:pt x="2232" y="10089"/>
                  <a:pt x="2362" y="10183"/>
                  <a:pt x="2551" y="10209"/>
                </a:cubicBezTo>
                <a:lnTo>
                  <a:pt x="2866" y="10249"/>
                </a:lnTo>
                <a:lnTo>
                  <a:pt x="2895" y="11132"/>
                </a:lnTo>
                <a:cubicBezTo>
                  <a:pt x="2916" y="11830"/>
                  <a:pt x="2963" y="12061"/>
                  <a:pt x="3124" y="12249"/>
                </a:cubicBezTo>
                <a:cubicBezTo>
                  <a:pt x="3458" y="12638"/>
                  <a:pt x="4381" y="12453"/>
                  <a:pt x="4381" y="11998"/>
                </a:cubicBezTo>
                <a:cubicBezTo>
                  <a:pt x="4381" y="11707"/>
                  <a:pt x="4179" y="11630"/>
                  <a:pt x="3921" y="11822"/>
                </a:cubicBezTo>
                <a:cubicBezTo>
                  <a:pt x="3698" y="11988"/>
                  <a:pt x="3659" y="11975"/>
                  <a:pt x="3487" y="11680"/>
                </a:cubicBezTo>
                <a:cubicBezTo>
                  <a:pt x="3353" y="11450"/>
                  <a:pt x="3306" y="11194"/>
                  <a:pt x="3326" y="10804"/>
                </a:cubicBezTo>
                <a:lnTo>
                  <a:pt x="3355" y="10249"/>
                </a:lnTo>
                <a:lnTo>
                  <a:pt x="3818" y="10209"/>
                </a:lnTo>
                <a:cubicBezTo>
                  <a:pt x="4135" y="10180"/>
                  <a:pt x="4284" y="10107"/>
                  <a:pt x="4284" y="9979"/>
                </a:cubicBezTo>
                <a:cubicBezTo>
                  <a:pt x="4284" y="9850"/>
                  <a:pt x="4135" y="9777"/>
                  <a:pt x="3818" y="9749"/>
                </a:cubicBezTo>
                <a:cubicBezTo>
                  <a:pt x="3374" y="9709"/>
                  <a:pt x="3353" y="9689"/>
                  <a:pt x="3324" y="9267"/>
                </a:cubicBezTo>
                <a:cubicBezTo>
                  <a:pt x="3301" y="8942"/>
                  <a:pt x="3246" y="8828"/>
                  <a:pt x="3111" y="8828"/>
                </a:cubicBezTo>
                <a:close/>
                <a:moveTo>
                  <a:pt x="15560" y="8828"/>
                </a:moveTo>
                <a:cubicBezTo>
                  <a:pt x="15370" y="8828"/>
                  <a:pt x="15322" y="8905"/>
                  <a:pt x="15297" y="9267"/>
                </a:cubicBezTo>
                <a:cubicBezTo>
                  <a:pt x="15272" y="9634"/>
                  <a:pt x="15221" y="9716"/>
                  <a:pt x="14997" y="9752"/>
                </a:cubicBezTo>
                <a:cubicBezTo>
                  <a:pt x="14850" y="9776"/>
                  <a:pt x="14729" y="9877"/>
                  <a:pt x="14729" y="9979"/>
                </a:cubicBezTo>
                <a:cubicBezTo>
                  <a:pt x="14729" y="10080"/>
                  <a:pt x="14850" y="10185"/>
                  <a:pt x="14997" y="10209"/>
                </a:cubicBezTo>
                <a:cubicBezTo>
                  <a:pt x="15251" y="10249"/>
                  <a:pt x="15271" y="10300"/>
                  <a:pt x="15337" y="11132"/>
                </a:cubicBezTo>
                <a:cubicBezTo>
                  <a:pt x="15389" y="11794"/>
                  <a:pt x="15458" y="12071"/>
                  <a:pt x="15615" y="12249"/>
                </a:cubicBezTo>
                <a:cubicBezTo>
                  <a:pt x="15892" y="12563"/>
                  <a:pt x="16409" y="12550"/>
                  <a:pt x="16696" y="12224"/>
                </a:cubicBezTo>
                <a:cubicBezTo>
                  <a:pt x="16878" y="12017"/>
                  <a:pt x="16901" y="11926"/>
                  <a:pt x="16807" y="11793"/>
                </a:cubicBezTo>
                <a:cubicBezTo>
                  <a:pt x="16713" y="11660"/>
                  <a:pt x="16632" y="11660"/>
                  <a:pt x="16428" y="11789"/>
                </a:cubicBezTo>
                <a:cubicBezTo>
                  <a:pt x="16028" y="12043"/>
                  <a:pt x="15785" y="11672"/>
                  <a:pt x="15823" y="10866"/>
                </a:cubicBezTo>
                <a:lnTo>
                  <a:pt x="15852" y="10249"/>
                </a:lnTo>
                <a:lnTo>
                  <a:pt x="16268" y="10209"/>
                </a:lnTo>
                <a:cubicBezTo>
                  <a:pt x="16542" y="10181"/>
                  <a:pt x="16680" y="10102"/>
                  <a:pt x="16680" y="9979"/>
                </a:cubicBezTo>
                <a:cubicBezTo>
                  <a:pt x="16680" y="9855"/>
                  <a:pt x="16542" y="9776"/>
                  <a:pt x="16268" y="9749"/>
                </a:cubicBezTo>
                <a:cubicBezTo>
                  <a:pt x="15878" y="9709"/>
                  <a:pt x="15849" y="9680"/>
                  <a:pt x="15821" y="9267"/>
                </a:cubicBezTo>
                <a:cubicBezTo>
                  <a:pt x="15795" y="8905"/>
                  <a:pt x="15750" y="8828"/>
                  <a:pt x="15560" y="8828"/>
                </a:cubicBezTo>
                <a:close/>
                <a:moveTo>
                  <a:pt x="7639" y="9234"/>
                </a:moveTo>
                <a:cubicBezTo>
                  <a:pt x="7363" y="9234"/>
                  <a:pt x="7525" y="9501"/>
                  <a:pt x="8092" y="9979"/>
                </a:cubicBezTo>
                <a:cubicBezTo>
                  <a:pt x="8414" y="10250"/>
                  <a:pt x="8675" y="10525"/>
                  <a:pt x="8675" y="10588"/>
                </a:cubicBezTo>
                <a:cubicBezTo>
                  <a:pt x="8675" y="10652"/>
                  <a:pt x="8414" y="10926"/>
                  <a:pt x="8092" y="11198"/>
                </a:cubicBezTo>
                <a:cubicBezTo>
                  <a:pt x="7769" y="11470"/>
                  <a:pt x="7505" y="11749"/>
                  <a:pt x="7505" y="11819"/>
                </a:cubicBezTo>
                <a:cubicBezTo>
                  <a:pt x="7505" y="12062"/>
                  <a:pt x="7778" y="11938"/>
                  <a:pt x="8468" y="11384"/>
                </a:cubicBezTo>
                <a:cubicBezTo>
                  <a:pt x="8910" y="11029"/>
                  <a:pt x="9165" y="10738"/>
                  <a:pt x="9165" y="10588"/>
                </a:cubicBezTo>
                <a:cubicBezTo>
                  <a:pt x="9165" y="10349"/>
                  <a:pt x="7908" y="9234"/>
                  <a:pt x="7639" y="9234"/>
                </a:cubicBezTo>
                <a:close/>
                <a:moveTo>
                  <a:pt x="1601" y="9259"/>
                </a:moveTo>
                <a:cubicBezTo>
                  <a:pt x="1520" y="9146"/>
                  <a:pt x="327" y="10019"/>
                  <a:pt x="110" y="10351"/>
                </a:cubicBezTo>
                <a:cubicBezTo>
                  <a:pt x="-36" y="10574"/>
                  <a:pt x="-36" y="10615"/>
                  <a:pt x="105" y="10811"/>
                </a:cubicBezTo>
                <a:cubicBezTo>
                  <a:pt x="190" y="10929"/>
                  <a:pt x="517" y="11233"/>
                  <a:pt x="831" y="11483"/>
                </a:cubicBezTo>
                <a:cubicBezTo>
                  <a:pt x="1145" y="11733"/>
                  <a:pt x="1461" y="11937"/>
                  <a:pt x="1533" y="11939"/>
                </a:cubicBezTo>
                <a:cubicBezTo>
                  <a:pt x="1789" y="11947"/>
                  <a:pt x="1574" y="11602"/>
                  <a:pt x="1054" y="11169"/>
                </a:cubicBezTo>
                <a:cubicBezTo>
                  <a:pt x="763" y="10926"/>
                  <a:pt x="513" y="10671"/>
                  <a:pt x="497" y="10603"/>
                </a:cubicBezTo>
                <a:cubicBezTo>
                  <a:pt x="480" y="10535"/>
                  <a:pt x="710" y="10287"/>
                  <a:pt x="1007" y="10052"/>
                </a:cubicBezTo>
                <a:cubicBezTo>
                  <a:pt x="1569" y="9605"/>
                  <a:pt x="1712" y="9413"/>
                  <a:pt x="1601" y="9259"/>
                </a:cubicBezTo>
                <a:close/>
                <a:moveTo>
                  <a:pt x="20044" y="9263"/>
                </a:moveTo>
                <a:cubicBezTo>
                  <a:pt x="20015" y="9286"/>
                  <a:pt x="20001" y="9331"/>
                  <a:pt x="20002" y="9402"/>
                </a:cubicBezTo>
                <a:cubicBezTo>
                  <a:pt x="20003" y="9495"/>
                  <a:pt x="20267" y="9774"/>
                  <a:pt x="20588" y="10019"/>
                </a:cubicBezTo>
                <a:cubicBezTo>
                  <a:pt x="20910" y="10264"/>
                  <a:pt x="21172" y="10518"/>
                  <a:pt x="21172" y="10585"/>
                </a:cubicBezTo>
                <a:cubicBezTo>
                  <a:pt x="21172" y="10651"/>
                  <a:pt x="20908" y="10908"/>
                  <a:pt x="20586" y="11154"/>
                </a:cubicBezTo>
                <a:cubicBezTo>
                  <a:pt x="20264" y="11400"/>
                  <a:pt x="20002" y="11677"/>
                  <a:pt x="20002" y="11771"/>
                </a:cubicBezTo>
                <a:cubicBezTo>
                  <a:pt x="20002" y="12055"/>
                  <a:pt x="20200" y="11972"/>
                  <a:pt x="20899" y="11395"/>
                </a:cubicBezTo>
                <a:cubicBezTo>
                  <a:pt x="21350" y="11023"/>
                  <a:pt x="21564" y="10764"/>
                  <a:pt x="21564" y="10588"/>
                </a:cubicBezTo>
                <a:cubicBezTo>
                  <a:pt x="21564" y="10412"/>
                  <a:pt x="21350" y="10154"/>
                  <a:pt x="20899" y="9781"/>
                </a:cubicBezTo>
                <a:cubicBezTo>
                  <a:pt x="20376" y="9350"/>
                  <a:pt x="20132" y="9195"/>
                  <a:pt x="20044" y="9263"/>
                </a:cubicBezTo>
                <a:close/>
                <a:moveTo>
                  <a:pt x="13846" y="16809"/>
                </a:moveTo>
                <a:cubicBezTo>
                  <a:pt x="13699" y="16785"/>
                  <a:pt x="13478" y="17313"/>
                  <a:pt x="13065" y="18653"/>
                </a:cubicBezTo>
                <a:cubicBezTo>
                  <a:pt x="12772" y="19602"/>
                  <a:pt x="12479" y="20407"/>
                  <a:pt x="12415" y="20442"/>
                </a:cubicBezTo>
                <a:cubicBezTo>
                  <a:pt x="12273" y="20520"/>
                  <a:pt x="10673" y="19238"/>
                  <a:pt x="10685" y="19055"/>
                </a:cubicBezTo>
                <a:cubicBezTo>
                  <a:pt x="10689" y="18983"/>
                  <a:pt x="10943" y="18718"/>
                  <a:pt x="11247" y="18467"/>
                </a:cubicBezTo>
                <a:cubicBezTo>
                  <a:pt x="11552" y="18216"/>
                  <a:pt x="11800" y="17928"/>
                  <a:pt x="11800" y="17824"/>
                </a:cubicBezTo>
                <a:cubicBezTo>
                  <a:pt x="11800" y="17555"/>
                  <a:pt x="11757" y="17573"/>
                  <a:pt x="10958" y="18204"/>
                </a:cubicBezTo>
                <a:cubicBezTo>
                  <a:pt x="9964" y="18990"/>
                  <a:pt x="9983" y="19116"/>
                  <a:pt x="11242" y="20143"/>
                </a:cubicBezTo>
                <a:cubicBezTo>
                  <a:pt x="12090" y="20834"/>
                  <a:pt x="12236" y="21003"/>
                  <a:pt x="12215" y="21271"/>
                </a:cubicBezTo>
                <a:cubicBezTo>
                  <a:pt x="12198" y="21495"/>
                  <a:pt x="12235" y="21576"/>
                  <a:pt x="12344" y="21545"/>
                </a:cubicBezTo>
                <a:cubicBezTo>
                  <a:pt x="12495" y="21502"/>
                  <a:pt x="13997" y="16983"/>
                  <a:pt x="13903" y="16853"/>
                </a:cubicBezTo>
                <a:cubicBezTo>
                  <a:pt x="13885" y="16828"/>
                  <a:pt x="13867" y="16813"/>
                  <a:pt x="13846" y="16809"/>
                </a:cubicBezTo>
                <a:close/>
                <a:moveTo>
                  <a:pt x="4870" y="16959"/>
                </a:moveTo>
                <a:lnTo>
                  <a:pt x="4870" y="18858"/>
                </a:lnTo>
                <a:lnTo>
                  <a:pt x="4870" y="20752"/>
                </a:lnTo>
                <a:lnTo>
                  <a:pt x="5112" y="20752"/>
                </a:lnTo>
                <a:cubicBezTo>
                  <a:pt x="5344" y="20752"/>
                  <a:pt x="5357" y="20717"/>
                  <a:pt x="5357" y="19968"/>
                </a:cubicBezTo>
                <a:cubicBezTo>
                  <a:pt x="5357" y="19053"/>
                  <a:pt x="5508" y="18674"/>
                  <a:pt x="5848" y="18741"/>
                </a:cubicBezTo>
                <a:cubicBezTo>
                  <a:pt x="6154" y="18801"/>
                  <a:pt x="6330" y="19301"/>
                  <a:pt x="6332" y="20110"/>
                </a:cubicBezTo>
                <a:cubicBezTo>
                  <a:pt x="6334" y="20663"/>
                  <a:pt x="6362" y="20752"/>
                  <a:pt x="6529" y="20752"/>
                </a:cubicBezTo>
                <a:cubicBezTo>
                  <a:pt x="6708" y="20752"/>
                  <a:pt x="6724" y="20662"/>
                  <a:pt x="6724" y="19668"/>
                </a:cubicBezTo>
                <a:cubicBezTo>
                  <a:pt x="6724" y="18748"/>
                  <a:pt x="6693" y="18544"/>
                  <a:pt x="6519" y="18303"/>
                </a:cubicBezTo>
                <a:cubicBezTo>
                  <a:pt x="6324" y="18031"/>
                  <a:pt x="6056" y="17998"/>
                  <a:pt x="5551" y="18190"/>
                </a:cubicBezTo>
                <a:cubicBezTo>
                  <a:pt x="5439" y="18232"/>
                  <a:pt x="5398" y="18096"/>
                  <a:pt x="5375" y="17602"/>
                </a:cubicBezTo>
                <a:cubicBezTo>
                  <a:pt x="5348" y="17020"/>
                  <a:pt x="5322" y="16959"/>
                  <a:pt x="5107" y="16959"/>
                </a:cubicBezTo>
                <a:lnTo>
                  <a:pt x="4870" y="16959"/>
                </a:lnTo>
                <a:close/>
                <a:moveTo>
                  <a:pt x="17364" y="16959"/>
                </a:moveTo>
                <a:lnTo>
                  <a:pt x="17364" y="18858"/>
                </a:lnTo>
                <a:lnTo>
                  <a:pt x="17364" y="20752"/>
                </a:lnTo>
                <a:lnTo>
                  <a:pt x="17609" y="20752"/>
                </a:lnTo>
                <a:cubicBezTo>
                  <a:pt x="17844" y="20752"/>
                  <a:pt x="17853" y="20721"/>
                  <a:pt x="17853" y="19880"/>
                </a:cubicBezTo>
                <a:cubicBezTo>
                  <a:pt x="17853" y="19133"/>
                  <a:pt x="17885" y="18978"/>
                  <a:pt x="18069" y="18799"/>
                </a:cubicBezTo>
                <a:cubicBezTo>
                  <a:pt x="18252" y="18621"/>
                  <a:pt x="18314" y="18617"/>
                  <a:pt x="18485" y="18774"/>
                </a:cubicBezTo>
                <a:cubicBezTo>
                  <a:pt x="18646" y="18922"/>
                  <a:pt x="18687" y="19126"/>
                  <a:pt x="18711" y="19854"/>
                </a:cubicBezTo>
                <a:cubicBezTo>
                  <a:pt x="18738" y="20708"/>
                  <a:pt x="18754" y="20752"/>
                  <a:pt x="18982" y="20752"/>
                </a:cubicBezTo>
                <a:cubicBezTo>
                  <a:pt x="19216" y="20752"/>
                  <a:pt x="19221" y="20729"/>
                  <a:pt x="19221" y="19668"/>
                </a:cubicBezTo>
                <a:cubicBezTo>
                  <a:pt x="19221" y="18748"/>
                  <a:pt x="19190" y="18544"/>
                  <a:pt x="19016" y="18303"/>
                </a:cubicBezTo>
                <a:cubicBezTo>
                  <a:pt x="18820" y="18031"/>
                  <a:pt x="18553" y="17998"/>
                  <a:pt x="18048" y="18190"/>
                </a:cubicBezTo>
                <a:cubicBezTo>
                  <a:pt x="17935" y="18232"/>
                  <a:pt x="17895" y="18096"/>
                  <a:pt x="17872" y="17602"/>
                </a:cubicBezTo>
                <a:cubicBezTo>
                  <a:pt x="17845" y="17020"/>
                  <a:pt x="17819" y="16959"/>
                  <a:pt x="17604" y="16959"/>
                </a:cubicBezTo>
                <a:lnTo>
                  <a:pt x="17364" y="16959"/>
                </a:lnTo>
                <a:close/>
                <a:moveTo>
                  <a:pt x="3111" y="17229"/>
                </a:moveTo>
                <a:cubicBezTo>
                  <a:pt x="2976" y="17229"/>
                  <a:pt x="2920" y="17346"/>
                  <a:pt x="2898" y="17671"/>
                </a:cubicBezTo>
                <a:cubicBezTo>
                  <a:pt x="2871" y="18058"/>
                  <a:pt x="2830" y="18116"/>
                  <a:pt x="2551" y="18153"/>
                </a:cubicBezTo>
                <a:cubicBezTo>
                  <a:pt x="2362" y="18178"/>
                  <a:pt x="2232" y="18272"/>
                  <a:pt x="2232" y="18383"/>
                </a:cubicBezTo>
                <a:cubicBezTo>
                  <a:pt x="2232" y="18494"/>
                  <a:pt x="2362" y="18584"/>
                  <a:pt x="2551" y="18609"/>
                </a:cubicBezTo>
                <a:lnTo>
                  <a:pt x="2866" y="18653"/>
                </a:lnTo>
                <a:lnTo>
                  <a:pt x="2895" y="19533"/>
                </a:lnTo>
                <a:cubicBezTo>
                  <a:pt x="2916" y="20231"/>
                  <a:pt x="2963" y="20466"/>
                  <a:pt x="3124" y="20654"/>
                </a:cubicBezTo>
                <a:cubicBezTo>
                  <a:pt x="3458" y="21042"/>
                  <a:pt x="4381" y="20857"/>
                  <a:pt x="4381" y="20402"/>
                </a:cubicBezTo>
                <a:cubicBezTo>
                  <a:pt x="4381" y="20111"/>
                  <a:pt x="4179" y="20035"/>
                  <a:pt x="3921" y="20227"/>
                </a:cubicBezTo>
                <a:cubicBezTo>
                  <a:pt x="3698" y="20392"/>
                  <a:pt x="3659" y="20379"/>
                  <a:pt x="3487" y="20084"/>
                </a:cubicBezTo>
                <a:cubicBezTo>
                  <a:pt x="3353" y="19855"/>
                  <a:pt x="3306" y="19595"/>
                  <a:pt x="3326" y="19204"/>
                </a:cubicBezTo>
                <a:lnTo>
                  <a:pt x="3355" y="18653"/>
                </a:lnTo>
                <a:lnTo>
                  <a:pt x="3818" y="18613"/>
                </a:lnTo>
                <a:cubicBezTo>
                  <a:pt x="4135" y="18585"/>
                  <a:pt x="4284" y="18512"/>
                  <a:pt x="4284" y="18383"/>
                </a:cubicBezTo>
                <a:cubicBezTo>
                  <a:pt x="4284" y="18254"/>
                  <a:pt x="4135" y="18181"/>
                  <a:pt x="3818" y="18153"/>
                </a:cubicBezTo>
                <a:cubicBezTo>
                  <a:pt x="3374" y="18113"/>
                  <a:pt x="3353" y="18093"/>
                  <a:pt x="3324" y="17671"/>
                </a:cubicBezTo>
                <a:cubicBezTo>
                  <a:pt x="3301" y="17346"/>
                  <a:pt x="3246" y="17229"/>
                  <a:pt x="3111" y="17229"/>
                </a:cubicBezTo>
                <a:close/>
                <a:moveTo>
                  <a:pt x="15560" y="17229"/>
                </a:moveTo>
                <a:cubicBezTo>
                  <a:pt x="15370" y="17229"/>
                  <a:pt x="15322" y="17310"/>
                  <a:pt x="15297" y="17671"/>
                </a:cubicBezTo>
                <a:cubicBezTo>
                  <a:pt x="15272" y="18038"/>
                  <a:pt x="15221" y="18117"/>
                  <a:pt x="14997" y="18153"/>
                </a:cubicBezTo>
                <a:cubicBezTo>
                  <a:pt x="14850" y="18177"/>
                  <a:pt x="14729" y="18281"/>
                  <a:pt x="14729" y="18383"/>
                </a:cubicBezTo>
                <a:cubicBezTo>
                  <a:pt x="14729" y="18485"/>
                  <a:pt x="14850" y="18586"/>
                  <a:pt x="14997" y="18609"/>
                </a:cubicBezTo>
                <a:cubicBezTo>
                  <a:pt x="15251" y="18650"/>
                  <a:pt x="15271" y="18700"/>
                  <a:pt x="15337" y="19533"/>
                </a:cubicBezTo>
                <a:cubicBezTo>
                  <a:pt x="15389" y="20195"/>
                  <a:pt x="15458" y="20476"/>
                  <a:pt x="15615" y="20654"/>
                </a:cubicBezTo>
                <a:cubicBezTo>
                  <a:pt x="15892" y="20967"/>
                  <a:pt x="16409" y="20954"/>
                  <a:pt x="16696" y="20628"/>
                </a:cubicBezTo>
                <a:cubicBezTo>
                  <a:pt x="16878" y="20422"/>
                  <a:pt x="16901" y="20331"/>
                  <a:pt x="16807" y="20198"/>
                </a:cubicBezTo>
                <a:cubicBezTo>
                  <a:pt x="16713" y="20065"/>
                  <a:pt x="16632" y="20065"/>
                  <a:pt x="16428" y="20194"/>
                </a:cubicBezTo>
                <a:cubicBezTo>
                  <a:pt x="16028" y="20447"/>
                  <a:pt x="15785" y="20076"/>
                  <a:pt x="15823" y="19270"/>
                </a:cubicBezTo>
                <a:lnTo>
                  <a:pt x="15852" y="18653"/>
                </a:lnTo>
                <a:lnTo>
                  <a:pt x="16268" y="18613"/>
                </a:lnTo>
                <a:cubicBezTo>
                  <a:pt x="16542" y="18586"/>
                  <a:pt x="16680" y="18507"/>
                  <a:pt x="16680" y="18383"/>
                </a:cubicBezTo>
                <a:cubicBezTo>
                  <a:pt x="16680" y="18259"/>
                  <a:pt x="16542" y="18181"/>
                  <a:pt x="16268" y="18153"/>
                </a:cubicBezTo>
                <a:cubicBezTo>
                  <a:pt x="15878" y="18114"/>
                  <a:pt x="15849" y="18085"/>
                  <a:pt x="15821" y="17671"/>
                </a:cubicBezTo>
                <a:cubicBezTo>
                  <a:pt x="15795" y="17310"/>
                  <a:pt x="15750" y="17229"/>
                  <a:pt x="15560" y="17229"/>
                </a:cubicBezTo>
                <a:close/>
                <a:moveTo>
                  <a:pt x="7639" y="17638"/>
                </a:moveTo>
                <a:cubicBezTo>
                  <a:pt x="7363" y="17638"/>
                  <a:pt x="7525" y="17905"/>
                  <a:pt x="8092" y="18383"/>
                </a:cubicBezTo>
                <a:cubicBezTo>
                  <a:pt x="8414" y="18655"/>
                  <a:pt x="8675" y="18929"/>
                  <a:pt x="8675" y="18993"/>
                </a:cubicBezTo>
                <a:cubicBezTo>
                  <a:pt x="8675" y="19056"/>
                  <a:pt x="8414" y="19331"/>
                  <a:pt x="8092" y="19602"/>
                </a:cubicBezTo>
                <a:cubicBezTo>
                  <a:pt x="7769" y="19874"/>
                  <a:pt x="7505" y="20154"/>
                  <a:pt x="7505" y="20223"/>
                </a:cubicBezTo>
                <a:cubicBezTo>
                  <a:pt x="7505" y="20467"/>
                  <a:pt x="7778" y="20343"/>
                  <a:pt x="8468" y="19789"/>
                </a:cubicBezTo>
                <a:cubicBezTo>
                  <a:pt x="8910" y="19433"/>
                  <a:pt x="9165" y="19143"/>
                  <a:pt x="9165" y="18993"/>
                </a:cubicBezTo>
                <a:cubicBezTo>
                  <a:pt x="9165" y="18754"/>
                  <a:pt x="7908" y="17638"/>
                  <a:pt x="7639" y="17638"/>
                </a:cubicBezTo>
                <a:close/>
                <a:moveTo>
                  <a:pt x="1601" y="17664"/>
                </a:moveTo>
                <a:cubicBezTo>
                  <a:pt x="1520" y="17550"/>
                  <a:pt x="327" y="18423"/>
                  <a:pt x="110" y="18755"/>
                </a:cubicBezTo>
                <a:cubicBezTo>
                  <a:pt x="-36" y="18979"/>
                  <a:pt x="-36" y="19020"/>
                  <a:pt x="105" y="19215"/>
                </a:cubicBezTo>
                <a:cubicBezTo>
                  <a:pt x="190" y="19333"/>
                  <a:pt x="517" y="19633"/>
                  <a:pt x="831" y="19884"/>
                </a:cubicBezTo>
                <a:cubicBezTo>
                  <a:pt x="1145" y="20134"/>
                  <a:pt x="1461" y="20341"/>
                  <a:pt x="1533" y="20344"/>
                </a:cubicBezTo>
                <a:cubicBezTo>
                  <a:pt x="1789" y="20352"/>
                  <a:pt x="1574" y="20007"/>
                  <a:pt x="1054" y="19573"/>
                </a:cubicBezTo>
                <a:cubicBezTo>
                  <a:pt x="763" y="19331"/>
                  <a:pt x="513" y="19075"/>
                  <a:pt x="497" y="19007"/>
                </a:cubicBezTo>
                <a:cubicBezTo>
                  <a:pt x="480" y="18939"/>
                  <a:pt x="710" y="18692"/>
                  <a:pt x="1007" y="18456"/>
                </a:cubicBezTo>
                <a:cubicBezTo>
                  <a:pt x="1569" y="18010"/>
                  <a:pt x="1712" y="17817"/>
                  <a:pt x="1601" y="17664"/>
                </a:cubicBezTo>
                <a:close/>
                <a:moveTo>
                  <a:pt x="20044" y="17667"/>
                </a:moveTo>
                <a:cubicBezTo>
                  <a:pt x="20015" y="17690"/>
                  <a:pt x="20001" y="17736"/>
                  <a:pt x="20002" y="17806"/>
                </a:cubicBezTo>
                <a:cubicBezTo>
                  <a:pt x="20003" y="17899"/>
                  <a:pt x="20267" y="18174"/>
                  <a:pt x="20588" y="18420"/>
                </a:cubicBezTo>
                <a:cubicBezTo>
                  <a:pt x="20910" y="18665"/>
                  <a:pt x="21172" y="18923"/>
                  <a:pt x="21172" y="18989"/>
                </a:cubicBezTo>
                <a:cubicBezTo>
                  <a:pt x="21172" y="19056"/>
                  <a:pt x="20908" y="19309"/>
                  <a:pt x="20586" y="19555"/>
                </a:cubicBezTo>
                <a:cubicBezTo>
                  <a:pt x="20264" y="19801"/>
                  <a:pt x="20002" y="20081"/>
                  <a:pt x="20002" y="20176"/>
                </a:cubicBezTo>
                <a:cubicBezTo>
                  <a:pt x="20002" y="20459"/>
                  <a:pt x="20200" y="20376"/>
                  <a:pt x="20899" y="19800"/>
                </a:cubicBezTo>
                <a:cubicBezTo>
                  <a:pt x="21350" y="19427"/>
                  <a:pt x="21564" y="19169"/>
                  <a:pt x="21564" y="18993"/>
                </a:cubicBezTo>
                <a:cubicBezTo>
                  <a:pt x="21564" y="18817"/>
                  <a:pt x="21350" y="18558"/>
                  <a:pt x="20899" y="18186"/>
                </a:cubicBezTo>
                <a:cubicBezTo>
                  <a:pt x="20376" y="17755"/>
                  <a:pt x="20132" y="17600"/>
                  <a:pt x="20044" y="17667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Заголовок 1"/>
          <p:cNvSpPr txBox="1">
            <a:spLocks noGrp="1"/>
          </p:cNvSpPr>
          <p:nvPr>
            <p:ph type="title"/>
          </p:nvPr>
        </p:nvSpPr>
        <p:spPr>
          <a:xfrm>
            <a:off x="433919" y="-61462"/>
            <a:ext cx="11324162" cy="1325564"/>
          </a:xfrm>
          <a:prstGeom prst="rect">
            <a:avLst/>
          </a:prstGeom>
        </p:spPr>
        <p:txBody>
          <a:bodyPr/>
          <a:lstStyle>
            <a:lvl1pPr algn="ctr" defTabSz="877570">
              <a:defRPr sz="4225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Jadvalimiz quyidagi ko’rinishda bo’ladi 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8" name="Image" descr="Image"/>
          <p:cNvPicPr>
            <a:picLocks noChangeAspect="1"/>
          </p:cNvPicPr>
          <p:nvPr/>
        </p:nvPicPr>
        <p:blipFill>
          <a:blip r:embed="rId2"/>
          <a:srcRect l="24390" t="24243" r="17591" b="15073"/>
          <a:stretch>
            <a:fillRect/>
          </a:stretch>
        </p:blipFill>
        <p:spPr>
          <a:xfrm>
            <a:off x="241005" y="1641451"/>
            <a:ext cx="4567578" cy="4662970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  <p:pic>
        <p:nvPicPr>
          <p:cNvPr id="99" name="Screenshot 2023-09-21 at 23.11.41.png" descr="Screenshot 2023-09-21 at 23.11.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134" y="2732959"/>
            <a:ext cx="5843589" cy="2118016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100" name="Arrow"/>
          <p:cNvSpPr/>
          <p:nvPr/>
        </p:nvSpPr>
        <p:spPr>
          <a:xfrm>
            <a:off x="4935771" y="3156966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chemeClr val="accent3">
              <a:lumOff val="-12937"/>
            </a:schemeClr>
          </a:solidFill>
          <a:ln w="19050">
            <a:solidFill>
              <a:srgbClr val="FFFFFF"/>
            </a:solidFill>
            <a:miter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Замещающее содержимое 4"/>
          <p:cNvSpPr txBox="1">
            <a:spLocks noGrp="1"/>
          </p:cNvSpPr>
          <p:nvPr>
            <p:ph type="body" sz="quarter" idx="1"/>
          </p:nvPr>
        </p:nvSpPr>
        <p:spPr>
          <a:xfrm>
            <a:off x="720363" y="2512709"/>
            <a:ext cx="6190520" cy="1832582"/>
          </a:xfrm>
          <a:prstGeom prst="rect">
            <a:avLst/>
          </a:prstGeom>
        </p:spPr>
        <p:txBody>
          <a:bodyPr/>
          <a:lstStyle/>
          <a:p>
            <a:pPr marL="228600" indent="-228600" algn="ctr">
              <a:defRPr sz="3500"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rPr>
                <a:solidFill>
                  <a:srgbClr val="DE311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&lt;tr&gt;&lt;/tr&gt;</a:t>
            </a:r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i="1">
                <a:latin typeface="Calibri" panose="020F0502020204030204" pitchFamily="34" charset="0"/>
                <a:cs typeface="Calibri" panose="020F0502020204030204" pitchFamily="34" charset="0"/>
              </a:rPr>
              <a:t>Jadvalimizga yangi qator ochishimiz uchun ishlatiladi !</a:t>
            </a:r>
            <a:endParaRPr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Заголовок 1"/>
          <p:cNvSpPr txBox="1">
            <a:spLocks noGrp="1"/>
          </p:cNvSpPr>
          <p:nvPr>
            <p:ph type="title"/>
          </p:nvPr>
        </p:nvSpPr>
        <p:spPr>
          <a:xfrm>
            <a:off x="3947594" y="720532"/>
            <a:ext cx="4296812" cy="109701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defRPr sz="7800">
                <a:solidFill>
                  <a:srgbClr val="FF2600"/>
                </a:solidFill>
              </a:defRPr>
            </a:lvl1pPr>
          </a:lstStyle>
          <a:p>
            <a:r>
              <a:t>&lt;tr&gt;&lt;/tr&gt;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1"/>
          <p:cNvSpPr txBox="1">
            <a:spLocks noGrp="1"/>
          </p:cNvSpPr>
          <p:nvPr>
            <p:ph type="title"/>
          </p:nvPr>
        </p:nvSpPr>
        <p:spPr>
          <a:xfrm>
            <a:off x="838199" y="412474"/>
            <a:ext cx="10515601" cy="1325564"/>
          </a:xfrm>
          <a:prstGeom prst="rect">
            <a:avLst/>
          </a:prstGeom>
        </p:spPr>
        <p:txBody>
          <a:bodyPr/>
          <a:lstStyle>
            <a:lvl1pPr algn="ctr">
              <a:defRPr sz="7800">
                <a:solidFill>
                  <a:srgbClr val="FF2600"/>
                </a:solidFill>
              </a:defRPr>
            </a:lvl1pPr>
          </a:lstStyle>
          <a:p>
            <a:r>
              <a:t>&lt;td&gt;&lt;/td&gt;</a:t>
            </a:r>
          </a:p>
        </p:txBody>
      </p:sp>
      <p:sp>
        <p:nvSpPr>
          <p:cNvPr id="109" name="Замещающее содержимое 4"/>
          <p:cNvSpPr txBox="1">
            <a:spLocks noGrp="1"/>
          </p:cNvSpPr>
          <p:nvPr>
            <p:ph type="body" sz="quarter" idx="1"/>
          </p:nvPr>
        </p:nvSpPr>
        <p:spPr>
          <a:xfrm>
            <a:off x="624003" y="2565633"/>
            <a:ext cx="6258509" cy="1726734"/>
          </a:xfrm>
          <a:prstGeom prst="rect">
            <a:avLst/>
          </a:prstGeom>
        </p:spPr>
        <p:txBody>
          <a:bodyPr/>
          <a:lstStyle/>
          <a:p>
            <a:pPr marL="228600" indent="-228600" algn="ctr">
              <a:defRPr sz="3500"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rPr>
                <a:solidFill>
                  <a:srgbClr val="FF2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&lt;td&gt;&lt;/td&gt;</a:t>
            </a:r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i="1">
                <a:latin typeface="Calibri" panose="020F0502020204030204" pitchFamily="34" charset="0"/>
                <a:cs typeface="Calibri" panose="020F0502020204030204" pitchFamily="34" charset="0"/>
              </a:rPr>
              <a:t>Jadvalimizga </a:t>
            </a:r>
            <a:r>
              <a:rPr lang="en-US" i="1">
                <a:latin typeface="Calibri" panose="020F0502020204030204" pitchFamily="34" charset="0"/>
                <a:cs typeface="Calibri" panose="020F0502020204030204" pitchFamily="34" charset="0"/>
              </a:rPr>
              <a:t>ma’lumot kiritiladigan </a:t>
            </a:r>
            <a:r>
              <a:rPr i="1">
                <a:latin typeface="Calibri" panose="020F0502020204030204" pitchFamily="34" charset="0"/>
                <a:cs typeface="Calibri" panose="020F0502020204030204" pitchFamily="34" charset="0"/>
              </a:rPr>
              <a:t>katakcha ochishimiz uchun ishlatiladi !</a:t>
            </a:r>
            <a:endParaRPr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Заголовок 1"/>
          <p:cNvSpPr txBox="1">
            <a:spLocks noGrp="1"/>
          </p:cNvSpPr>
          <p:nvPr>
            <p:ph type="title"/>
          </p:nvPr>
        </p:nvSpPr>
        <p:spPr>
          <a:xfrm>
            <a:off x="838199" y="471716"/>
            <a:ext cx="10515601" cy="1325564"/>
          </a:xfrm>
          <a:prstGeom prst="rect">
            <a:avLst/>
          </a:prstGeom>
        </p:spPr>
        <p:txBody>
          <a:bodyPr/>
          <a:lstStyle>
            <a:lvl1pPr algn="ctr">
              <a:defRPr sz="7800">
                <a:solidFill>
                  <a:srgbClr val="FF2600"/>
                </a:solidFill>
              </a:defRPr>
            </a:lvl1pPr>
          </a:lstStyle>
          <a:p>
            <a:r>
              <a:t>&lt;th&gt;&lt;/th&gt;</a:t>
            </a:r>
          </a:p>
        </p:txBody>
      </p:sp>
      <p:sp>
        <p:nvSpPr>
          <p:cNvPr id="112" name="Замещающее содержимое 4"/>
          <p:cNvSpPr txBox="1">
            <a:spLocks noGrp="1"/>
          </p:cNvSpPr>
          <p:nvPr>
            <p:ph type="body" sz="quarter" idx="1"/>
          </p:nvPr>
        </p:nvSpPr>
        <p:spPr>
          <a:xfrm>
            <a:off x="706942" y="2572073"/>
            <a:ext cx="6232915" cy="1713854"/>
          </a:xfrm>
          <a:prstGeom prst="rect">
            <a:avLst/>
          </a:prstGeom>
        </p:spPr>
        <p:txBody>
          <a:bodyPr/>
          <a:lstStyle/>
          <a:p>
            <a:pPr marL="228600" indent="-228600" algn="ctr">
              <a:defRPr sz="3500"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rPr>
                <a:solidFill>
                  <a:srgbClr val="FF26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&lt;th&gt;&lt;/th&gt;</a:t>
            </a:r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i="1">
                <a:latin typeface="Calibri" panose="020F0502020204030204" pitchFamily="34" charset="0"/>
                <a:cs typeface="Calibri" panose="020F0502020204030204" pitchFamily="34" charset="0"/>
              </a:rPr>
              <a:t>Jadvalimizga sarlavha qo’yishimiz uchun ishlatiladi !</a:t>
            </a:r>
            <a:endParaRPr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Заголовок 1"/>
          <p:cNvSpPr txBox="1">
            <a:spLocks noGrp="1"/>
          </p:cNvSpPr>
          <p:nvPr>
            <p:ph type="title"/>
          </p:nvPr>
        </p:nvSpPr>
        <p:spPr>
          <a:xfrm>
            <a:off x="838199" y="341383"/>
            <a:ext cx="10515601" cy="1325564"/>
          </a:xfrm>
          <a:prstGeom prst="rect">
            <a:avLst/>
          </a:prstGeom>
        </p:spPr>
        <p:txBody>
          <a:bodyPr/>
          <a:lstStyle>
            <a:lvl1pPr algn="ctr">
              <a:defRPr b="1"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Border atributi 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Замещающее содержимое 4"/>
          <p:cNvSpPr txBox="1">
            <a:spLocks noGrp="1"/>
          </p:cNvSpPr>
          <p:nvPr>
            <p:ph type="body" sz="quarter" idx="1"/>
          </p:nvPr>
        </p:nvSpPr>
        <p:spPr>
          <a:xfrm>
            <a:off x="481822" y="1754534"/>
            <a:ext cx="7993975" cy="860366"/>
          </a:xfrm>
          <a:prstGeom prst="rect">
            <a:avLst/>
          </a:prstGeom>
        </p:spPr>
        <p:txBody>
          <a:bodyPr/>
          <a:lstStyle/>
          <a:p>
            <a:pPr marL="153035" indent="-153035" defTabSz="612775">
              <a:spcBef>
                <a:spcPts val="600"/>
              </a:spcBef>
              <a:defRPr sz="2010"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rPr sz="2400">
                <a:latin typeface="Calibri Light" panose="020F0302020204030204" charset="0"/>
                <a:cs typeface="Calibri Light" panose="020F0302020204030204" charset="0"/>
              </a:rPr>
              <a:t>Border atributi orqali jadvalimiz</a:t>
            </a:r>
            <a:r>
              <a:rPr lang="en-US" sz="2400">
                <a:latin typeface="Calibri Light" panose="020F0302020204030204" charset="0"/>
                <a:cs typeface="Calibri Light" panose="020F0302020204030204" charset="0"/>
              </a:rPr>
              <a:t>ni</a:t>
            </a:r>
            <a:r>
              <a:rPr sz="2400">
                <a:latin typeface="Calibri Light" panose="020F0302020204030204" charset="0"/>
                <a:cs typeface="Calibri Light" panose="020F0302020204030204" charset="0"/>
              </a:rPr>
              <a:t> ramkaga o’rab olamiz</a:t>
            </a:r>
            <a:r>
              <a:rPr lang="en-US" sz="2400">
                <a:latin typeface="Calibri Light" panose="020F0302020204030204" charset="0"/>
                <a:cs typeface="Calibri Light" panose="020F0302020204030204" charset="0"/>
              </a:rPr>
              <a:t> !</a:t>
            </a:r>
            <a:endParaRPr sz="2400">
              <a:latin typeface="Calibri Light" panose="020F0302020204030204" charset="0"/>
              <a:cs typeface="Calibri Light" panose="020F0302020204030204" charset="0"/>
            </a:endParaRPr>
          </a:p>
          <a:p>
            <a:pPr marL="153035" indent="-153035" defTabSz="612775">
              <a:spcBef>
                <a:spcPts val="600"/>
              </a:spcBef>
              <a:defRPr sz="2010">
                <a:latin typeface="Montserrat Thin Bold"/>
                <a:ea typeface="Montserrat Thin Bold"/>
                <a:cs typeface="Montserrat Thin Bold"/>
                <a:sym typeface="Montserrat Thin Bold"/>
              </a:defRPr>
            </a:pPr>
            <a:r>
              <a:rPr sz="2400">
                <a:latin typeface="Calibri Light" panose="020F0302020204030204" charset="0"/>
                <a:cs typeface="Calibri Light" panose="020F0302020204030204" charset="0"/>
              </a:rPr>
              <a:t>Border atributiga </a:t>
            </a:r>
            <a:r>
              <a:rPr lang="en-US" sz="2400">
                <a:latin typeface="Calibri Light" panose="020F0302020204030204" charset="0"/>
                <a:cs typeface="Calibri Light" panose="020F0302020204030204" charset="0"/>
              </a:rPr>
              <a:t>uning o’chamini beramiz !</a:t>
            </a:r>
            <a:endParaRPr lang="en-US" sz="2400">
              <a:latin typeface="Calibri Light" panose="020F0302020204030204" charset="0"/>
              <a:cs typeface="Calibri Light" panose="020F0302020204030204" charset="0"/>
            </a:endParaRPr>
          </a:p>
        </p:txBody>
      </p:sp>
      <p:pic>
        <p:nvPicPr>
          <p:cNvPr id="116" name="Screenshot 2023-09-22 at 00.06.47.png" descr="Screenshot 2023-09-22 at 00.06.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23" y="2880575"/>
            <a:ext cx="6265999" cy="74139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7" name="Screenshot 2023-09-21 at 23.11.41.png" descr="Screenshot 2023-09-21 at 23.11.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5" y="4321384"/>
            <a:ext cx="5240067" cy="1899269"/>
          </a:xfrm>
          <a:prstGeom prst="rect">
            <a:avLst/>
          </a:prstGeom>
          <a:ln w="12700">
            <a:miter lim="400000"/>
            <a:headEnd/>
            <a:tailEnd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</p:pic>
      <p:sp>
        <p:nvSpPr>
          <p:cNvPr id="118" name="Arrow"/>
          <p:cNvSpPr/>
          <p:nvPr/>
        </p:nvSpPr>
        <p:spPr>
          <a:xfrm rot="5394047">
            <a:off x="3374888" y="3892139"/>
            <a:ext cx="509845" cy="347364"/>
          </a:xfrm>
          <a:prstGeom prst="rightArrow">
            <a:avLst>
              <a:gd name="adj1" fmla="val 58319"/>
              <a:gd name="adj2" fmla="val 85340"/>
            </a:avLst>
          </a:prstGeom>
          <a:solidFill>
            <a:schemeClr val="accent3"/>
          </a:solidFill>
          <a:ln w="19050">
            <a:solidFill>
              <a:srgbClr val="FFFFFF"/>
            </a:solidFill>
            <a:miter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Замещающее содержимое 4"/>
          <p:cNvSpPr txBox="1">
            <a:spLocks noGrp="1"/>
          </p:cNvSpPr>
          <p:nvPr>
            <p:ph type="body" sz="quarter" idx="1"/>
          </p:nvPr>
        </p:nvSpPr>
        <p:spPr>
          <a:xfrm>
            <a:off x="785345" y="1949377"/>
            <a:ext cx="6710044" cy="1855493"/>
          </a:xfrm>
          <a:prstGeom prst="rect">
            <a:avLst/>
          </a:prstGeom>
        </p:spPr>
        <p:txBody>
          <a:bodyPr/>
          <a:lstStyle>
            <a:lvl1pPr>
              <a:defRPr sz="3400"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r>
              <a:rPr>
                <a:latin typeface="Calibri" panose="020F0502020204030204" pitchFamily="34" charset="0"/>
                <a:cs typeface="Calibri" panose="020F0502020204030204" pitchFamily="34" charset="0"/>
              </a:rPr>
              <a:t>Sinfdagi o’quvchilarni quyidagi tartibda jadvalini tuzish !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1" name="Screenshot 2023-09-22 at 00.21.06.png" descr="Screenshot 2023-09-22 at 00.21.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15" y="4378507"/>
            <a:ext cx="9208526" cy="118884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微软雅黑"/>
        <a:ea typeface="微软雅黑"/>
        <a:cs typeface="微软雅黑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微软雅黑"/>
        <a:ea typeface="微软雅黑"/>
        <a:cs typeface="微软雅黑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WPS Presentation</Application>
  <PresentationFormat>Широкоэкранный</PresentationFormat>
  <Paragraphs>51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 Light</vt:lpstr>
      <vt:lpstr>Arial</vt:lpstr>
      <vt:lpstr>Microsoft YaHei</vt:lpstr>
      <vt:lpstr>Montserrat Thin Bold</vt:lpstr>
      <vt:lpstr>Segoe Print</vt:lpstr>
      <vt:lpstr>Calibri</vt:lpstr>
      <vt:lpstr>Montserrat Thin Regular</vt:lpstr>
      <vt:lpstr>Carlito</vt:lpstr>
      <vt:lpstr>Arial Unicode MS</vt:lpstr>
      <vt:lpstr>Cambria</vt:lpstr>
      <vt:lpstr>Calibri Light</vt:lpstr>
      <vt:lpstr>Office Theme</vt:lpstr>
      <vt:lpstr>HTMLda jadvallar  </vt:lpstr>
      <vt:lpstr>PowerPoint 演示文稿</vt:lpstr>
      <vt:lpstr>Jadvalimiz quyidagi ko’rinishda bo’ladi !</vt:lpstr>
      <vt:lpstr>Jadvalimiz quyidagi ko’rinishda bo’ladi !</vt:lpstr>
      <vt:lpstr>Jadvalimiz quyidagi ko’rinishda bo’ladi !</vt:lpstr>
      <vt:lpstr>Real loyihalarda ham jadvallar ishlatiladi</vt:lpstr>
      <vt:lpstr>Real loyihalarda ham jadvallar ishlatiladi</vt:lpstr>
      <vt:lpstr>Table tegimiz quyidagi teglarni o’z ichiga oladi !</vt:lpstr>
      <vt:lpstr>Jadvalimiz quyidagi ko’rinishda bo’ladi !</vt:lpstr>
      <vt:lpstr>&lt;tr&gt;&lt;/tr&gt;</vt:lpstr>
      <vt:lpstr>&lt;td&gt;&lt;/td&gt;</vt:lpstr>
      <vt:lpstr>&lt;th&gt;&lt;/th&gt;</vt:lpstr>
      <vt:lpstr>Border atributi !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HTMLda jadvallar  </dc:title>
  <dc:creator/>
  <cp:lastModifiedBy>Nurmuhammad Ikromov</cp:lastModifiedBy>
  <cp:revision>2</cp:revision>
  <dcterms:created xsi:type="dcterms:W3CDTF">2023-09-23T06:49:48Z</dcterms:created>
  <dcterms:modified xsi:type="dcterms:W3CDTF">2023-09-23T09:09:27Z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D6E5F62996F04B2CA34DEF01CE65C4DB_12</vt:lpwstr>
  </property>
  <property fmtid="{D5CDD505-2E9C-101B-9397-08002B2CF9AE}" pid="3" name="KSOProductBuildVer">
    <vt:lpwstr>1049-12.2.0.13215</vt:lpwstr>
  </property>
</Properties>
</file>