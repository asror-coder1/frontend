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80" r:id="rId6"/>
    <p:sldId id="281" r:id="rId7"/>
    <p:sldId id="282" r:id="rId8"/>
    <p:sldId id="283" r:id="rId9"/>
    <p:sldId id="266" r:id="rId10"/>
    <p:sldId id="296" r:id="rId11"/>
    <p:sldId id="265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5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Microsoft YaHei" panose="020B0503020204020204" charset="-122"/>
      </a:defRPr>
    </a:lvl1pPr>
    <a:lvl2pPr indent="228600" latinLnBrk="0">
      <a:defRPr sz="1200">
        <a:latin typeface="+mj-lt"/>
        <a:ea typeface="+mj-ea"/>
        <a:cs typeface="+mj-cs"/>
        <a:sym typeface="Microsoft YaHei" panose="020B0503020204020204" charset="-122"/>
      </a:defRPr>
    </a:lvl2pPr>
    <a:lvl3pPr indent="457200" latinLnBrk="0">
      <a:defRPr sz="1200">
        <a:latin typeface="+mj-lt"/>
        <a:ea typeface="+mj-ea"/>
        <a:cs typeface="+mj-cs"/>
        <a:sym typeface="Microsoft YaHei" panose="020B0503020204020204" charset="-122"/>
      </a:defRPr>
    </a:lvl3pPr>
    <a:lvl4pPr indent="685800" latinLnBrk="0">
      <a:defRPr sz="1200">
        <a:latin typeface="+mj-lt"/>
        <a:ea typeface="+mj-ea"/>
        <a:cs typeface="+mj-cs"/>
        <a:sym typeface="Microsoft YaHei" panose="020B0503020204020204" charset="-122"/>
      </a:defRPr>
    </a:lvl4pPr>
    <a:lvl5pPr indent="914400" latinLnBrk="0">
      <a:defRPr sz="1200">
        <a:latin typeface="+mj-lt"/>
        <a:ea typeface="+mj-ea"/>
        <a:cs typeface="+mj-cs"/>
        <a:sym typeface="Microsoft YaHei" panose="020B0503020204020204" charset="-122"/>
      </a:defRPr>
    </a:lvl5pPr>
    <a:lvl6pPr indent="1143000" latinLnBrk="0">
      <a:defRPr sz="1200">
        <a:latin typeface="+mj-lt"/>
        <a:ea typeface="+mj-ea"/>
        <a:cs typeface="+mj-cs"/>
        <a:sym typeface="Microsoft YaHei" panose="020B0503020204020204" charset="-122"/>
      </a:defRPr>
    </a:lvl6pPr>
    <a:lvl7pPr indent="1371600" latinLnBrk="0">
      <a:defRPr sz="1200">
        <a:latin typeface="+mj-lt"/>
        <a:ea typeface="+mj-ea"/>
        <a:cs typeface="+mj-cs"/>
        <a:sym typeface="Microsoft YaHei" panose="020B0503020204020204" charset="-122"/>
      </a:defRPr>
    </a:lvl7pPr>
    <a:lvl8pPr indent="1600200" latinLnBrk="0">
      <a:defRPr sz="1200">
        <a:latin typeface="+mj-lt"/>
        <a:ea typeface="+mj-ea"/>
        <a:cs typeface="+mj-cs"/>
        <a:sym typeface="Microsoft YaHei" panose="020B0503020204020204" charset="-122"/>
      </a:defRPr>
    </a:lvl8pPr>
    <a:lvl9pPr indent="1828800" latinLnBrk="0">
      <a:defRPr sz="1200">
        <a:latin typeface="+mj-lt"/>
        <a:ea typeface="+mj-ea"/>
        <a:cs typeface="+mj-cs"/>
        <a:sym typeface="Microsoft YaHei" panose="020B0503020204020204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322961"/>
            <a:ext cx="9144000" cy="2187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30000"/>
              </a:lnSpc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3750945"/>
            <a:ext cx="9843135" cy="81153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610027"/>
            <a:ext cx="7321550" cy="6475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0808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0808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0808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0808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</a:lvl1pPr>
            <a:lvl2pPr>
              <a:lnSpc>
                <a:spcPct val="150000"/>
              </a:lnSpc>
            </a:lvl2pPr>
            <a:lvl3pPr>
              <a:lnSpc>
                <a:spcPct val="150000"/>
              </a:lnSpc>
            </a:lvl3pPr>
            <a:lvl4pPr>
              <a:lnSpc>
                <a:spcPct val="150000"/>
              </a:lnSpc>
            </a:lvl4pPr>
            <a:lvl5pPr>
              <a:lnSpc>
                <a:spcPct val="150000"/>
              </a:lnSpc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pP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1pPr>
            <a:lvl2pPr marL="0" indent="4572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2pPr>
            <a:lvl3pPr marL="0" indent="9144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3pPr>
            <a:lvl4pPr marL="0" indent="13716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4pPr>
            <a:lvl5pPr marL="0" indent="18288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200">
                <a:solidFill>
                  <a:srgbClr val="888888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1"/>
          <p:cNvSpPr txBox="1">
            <a:spLocks noGrp="1"/>
          </p:cNvSpPr>
          <p:nvPr>
            <p:ph type="ctrTitle"/>
          </p:nvPr>
        </p:nvSpPr>
        <p:spPr>
          <a:xfrm>
            <a:off x="1523999" y="1908300"/>
            <a:ext cx="9144001" cy="126990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741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HTMLda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jadvallar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Subtitle 4"/>
          <p:cNvSpPr txBox="1">
            <a:spLocks noGrp="1"/>
          </p:cNvSpPr>
          <p:nvPr>
            <p:ph type="subTitle" sz="quarter" idx="1"/>
          </p:nvPr>
        </p:nvSpPr>
        <p:spPr>
          <a:xfrm>
            <a:off x="1523999" y="3495402"/>
            <a:ext cx="9144001" cy="1655762"/>
          </a:xfrm>
          <a:prstGeom prst="rect">
            <a:avLst/>
          </a:prstGeom>
        </p:spPr>
        <p:txBody>
          <a:bodyPr/>
          <a:lstStyle>
            <a:lvl1pPr>
              <a:defRPr sz="390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Ustun va satrlarni birlashtirish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Замещающее содержимое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  <a:defRPr sz="420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REJA :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charset="0"/>
              <a:buChar char="Ø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Ustunlarni birlashtirish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charset="0"/>
              <a:buChar char="Ø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Qator(satr)larni birlashtirish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charset="0"/>
              <a:buChar char="Ø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Mashqlar bajarish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xfrm>
            <a:off x="1149985" y="0"/>
            <a:ext cx="6993890" cy="1600200"/>
          </a:xfrm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Birlashgan ustun va satrlar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149985" y="2134870"/>
            <a:ext cx="9246235" cy="1459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HTML jadvallari bir nechta satr va yoki ustunlarni qamrab oluvchi kataklarga ega bo'lishi mumkin.</a:t>
            </a:r>
            <a:endParaRPr kumimoji="0" lang="en-US" altLang="ru-RU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 Light" panose="020F0302020204030204" charset="0"/>
              <a:ea typeface="Calibri" panose="020F0502020204030204"/>
              <a:cs typeface="Calibri Light" panose="020F0302020204030204" charset="0"/>
              <a:sym typeface="Calibri" panose="020F0502020204030204"/>
            </a:endParaRPr>
          </a:p>
        </p:txBody>
      </p:sp>
      <p:pic>
        <p:nvPicPr>
          <p:cNvPr id="4" name="Замещающая рамка рисунка 3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929005" y="3656965"/>
            <a:ext cx="10507980" cy="19030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xfrm>
            <a:off x="972820" y="127000"/>
            <a:ext cx="5593715" cy="1600200"/>
          </a:xfrm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 Ustunlarni birlashtirish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972820" y="2825750"/>
            <a:ext cx="4146550" cy="1930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Ustunlarni birlashtirish uchun </a:t>
            </a: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colspan</a:t>
            </a: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 atributidan foydalanamiz</a:t>
            </a:r>
            <a:endParaRPr kumimoji="0" lang="en-US" altLang="ru-RU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 Light" panose="020F0302020204030204" charset="0"/>
              <a:ea typeface="Calibri" panose="020F0502020204030204"/>
              <a:cs typeface="Calibri Light" panose="020F0302020204030204" charset="0"/>
              <a:sym typeface="Calibri" panose="020F0502020204030204"/>
            </a:endParaRPr>
          </a:p>
        </p:txBody>
      </p:sp>
      <p:pic>
        <p:nvPicPr>
          <p:cNvPr id="4" name="Замещающая рамка рисунка 3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5840730" y="2439035"/>
            <a:ext cx="5566410" cy="27031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25" y="2071370"/>
            <a:ext cx="3646805" cy="4115435"/>
          </a:xfrm>
          <a:prstGeom prst="rect">
            <a:avLst/>
          </a:prstGeom>
        </p:spPr>
      </p:pic>
      <p:pic>
        <p:nvPicPr>
          <p:cNvPr id="5" name="Замещающая рамка рисунка 4"/>
          <p:cNvPicPr>
            <a:picLocks noChangeAspect="1"/>
          </p:cNvPicPr>
          <p:nvPr>
            <p:ph type="pic" sz="half" idx="21"/>
          </p:nvPr>
        </p:nvPicPr>
        <p:blipFill>
          <a:blip r:embed="rId3"/>
          <a:stretch>
            <a:fillRect/>
          </a:stretch>
        </p:blipFill>
        <p:spPr>
          <a:xfrm>
            <a:off x="5335905" y="3158490"/>
            <a:ext cx="6066790" cy="11887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xfrm>
            <a:off x="646430" y="127000"/>
            <a:ext cx="5593715" cy="1600200"/>
          </a:xfrm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Satrlarni birlashtirish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972820" y="2825750"/>
            <a:ext cx="4146550" cy="1930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Satrlarni birlashtirish uchun </a:t>
            </a: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rowspan </a:t>
            </a:r>
            <a:r>
              <a:rPr kumimoji="0" lang="en-US" altLang="ru-RU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atributidan foydalanamiz</a:t>
            </a:r>
            <a:endParaRPr kumimoji="0" lang="en-US" altLang="ru-RU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 Light" panose="020F0302020204030204" charset="0"/>
              <a:ea typeface="Calibri" panose="020F0502020204030204"/>
              <a:cs typeface="Calibri Light" panose="020F0302020204030204" charset="0"/>
              <a:sym typeface="Calibri" panose="020F0502020204030204"/>
            </a:endParaRPr>
          </a:p>
        </p:txBody>
      </p:sp>
      <p:pic>
        <p:nvPicPr>
          <p:cNvPr id="5" name="Замещающая рамка рисунка 4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5423535" y="2535555"/>
            <a:ext cx="5817235" cy="25114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Замещающая рамка рисунка 3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5342255" y="3204210"/>
            <a:ext cx="6402705" cy="126111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1727200"/>
            <a:ext cx="3670300" cy="45167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Classwork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101" name="Замещающая рамка рисунка 100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2644775" y="2057400"/>
            <a:ext cx="6901815" cy="3806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Uyga vazifa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0" name="Изображение 99"/>
          <p:cNvPicPr/>
          <p:nvPr/>
        </p:nvPicPr>
        <p:blipFill>
          <a:blip r:embed="rId2"/>
          <a:stretch>
            <a:fillRect/>
          </a:stretch>
        </p:blipFill>
        <p:spPr>
          <a:xfrm>
            <a:off x="786765" y="2143760"/>
            <a:ext cx="10617835" cy="3830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WPS Presentation</Application>
  <PresentationFormat>Широкоэкранный</PresentationFormat>
  <Paragraphs>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 Light</vt:lpstr>
      <vt:lpstr>Arial</vt:lpstr>
      <vt:lpstr>Microsoft YaHei</vt:lpstr>
      <vt:lpstr>Montserrat Thin Bold</vt:lpstr>
      <vt:lpstr>Segoe Print</vt:lpstr>
      <vt:lpstr>Calibri</vt:lpstr>
      <vt:lpstr>Wingdings</vt:lpstr>
      <vt:lpstr>Montserrat Thin Regular</vt:lpstr>
      <vt:lpstr>Calibri Light</vt:lpstr>
      <vt:lpstr>Carlito</vt:lpstr>
      <vt:lpstr>Arial Unicode MS</vt:lpstr>
      <vt:lpstr>Office Theme</vt:lpstr>
      <vt:lpstr>HTMLda jadvallar  </vt:lpstr>
      <vt:lpstr>PowerPoint 演示文稿</vt:lpstr>
      <vt:lpstr>Birlashgan ustun va satrlar</vt:lpstr>
      <vt:lpstr> Ustunlarni birlashtirish</vt:lpstr>
      <vt:lpstr>colspan</vt:lpstr>
      <vt:lpstr>Satrlarni birlashtirish</vt:lpstr>
      <vt:lpstr>rowspan</vt:lpstr>
      <vt:lpstr>Jadvallar</vt:lpstr>
      <vt:lpstr>Uyga vazifa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HTMLda jadvallar  </dc:title>
  <dc:creator/>
  <cp:lastModifiedBy>Nurmuhammad Ikromov</cp:lastModifiedBy>
  <cp:revision>3</cp:revision>
  <dcterms:created xsi:type="dcterms:W3CDTF">2023-09-23T06:49:00Z</dcterms:created>
  <dcterms:modified xsi:type="dcterms:W3CDTF">2023-09-23T20:32:45Z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6641C017F746427993D17320E22517F8_13</vt:lpwstr>
  </property>
  <property fmtid="{D5CDD505-2E9C-101B-9397-08002B2CF9AE}" pid="3" name="KSOProductBuildVer">
    <vt:lpwstr>1049-12.2.0.13215</vt:lpwstr>
  </property>
</Properties>
</file>